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
  </p:notesMasterIdLst>
  <p:handoutMasterIdLst>
    <p:handoutMasterId r:id="rId10"/>
  </p:handoutMasterIdLst>
  <p:sldIdLst>
    <p:sldId id="273" r:id="rId2"/>
    <p:sldId id="270" r:id="rId3"/>
    <p:sldId id="268" r:id="rId4"/>
    <p:sldId id="272" r:id="rId5"/>
    <p:sldId id="267" r:id="rId6"/>
    <p:sldId id="277" r:id="rId7"/>
    <p:sldId id="274" r:id="rId8"/>
  </p:sldIdLst>
  <p:sldSz cx="12192000" cy="6858000"/>
  <p:notesSz cx="6858000" cy="9144000"/>
  <p:defaultTextStyle>
    <a:defPPr rtl="0">
      <a:defRPr lang="ja-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ようこそ" id="{E75E278A-FF0E-49A4-B170-79828D63BBAD}">
          <p14:sldIdLst>
            <p14:sldId id="273"/>
          </p14:sldIdLst>
        </p14:section>
        <p14:section name="コマンド、コメント、共同作業、選択ウィンドウ、サインイン" id="{B9B51309-D148-4332-87C2-07BE32FBCA3B}">
          <p14:sldIdLst>
            <p14:sldId id="270"/>
            <p14:sldId id="268"/>
            <p14:sldId id="272"/>
            <p14:sldId id="267"/>
            <p14:sldId id="277"/>
          </p14:sldIdLst>
        </p14:section>
        <p14:section name="詳細情報" id="{2CC34DB2-6590-42C0-AD4B-A04C6060184E}">
          <p14:sldIdLst>
            <p14:sldId id="27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EBEB"/>
    <a:srgbClr val="F8F8F8"/>
    <a:srgbClr val="D24726"/>
    <a:srgbClr val="D2B4A6"/>
    <a:srgbClr val="734F29"/>
    <a:srgbClr val="DD462F"/>
    <a:srgbClr val="AEB785"/>
    <a:srgbClr val="EFD5A2"/>
    <a:srgbClr val="3B3026"/>
    <a:srgbClr val="ECE1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淡色スタイル 1 - アクセント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7292A2E-F333-43FB-9621-5CBBE7FDCDCB}" styleName="淡色スタイル 2 - アクセント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淡色スタイル 2 - アクセント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37CE84F3-28C3-443E-9E96-99CF82512B78}" styleName="濃色スタイル 1 - アクセント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濃色スタイル 2 - アクセント 1/アクセント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DCAF9ED-07DC-4A11-8D7F-57B35C25682E}" styleName="中間スタイル 1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5" autoAdjust="0"/>
    <p:restoredTop sz="94274" autoAdjust="0"/>
  </p:normalViewPr>
  <p:slideViewPr>
    <p:cSldViewPr snapToGrid="0">
      <p:cViewPr varScale="1">
        <p:scale>
          <a:sx n="103" d="100"/>
          <a:sy n="103" d="100"/>
        </p:scale>
        <p:origin x="192" y="720"/>
      </p:cViewPr>
      <p:guideLst>
        <p:guide orient="horz" pos="2160"/>
        <p:guide pos="3840"/>
      </p:guideLst>
    </p:cSldViewPr>
  </p:slideViewPr>
  <p:notesTextViewPr>
    <p:cViewPr>
      <p:scale>
        <a:sx n="1" d="1"/>
        <a:sy n="1" d="1"/>
      </p:scale>
      <p:origin x="0" y="0"/>
    </p:cViewPr>
  </p:notesTextViewPr>
  <p:notesViewPr>
    <p:cSldViewPr snapToGrid="0">
      <p:cViewPr varScale="1">
        <p:scale>
          <a:sx n="89" d="100"/>
          <a:sy n="89" d="100"/>
        </p:scale>
        <p:origin x="3768"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B1A17632-0E65-4D47-B7AC-6ECB595E0C4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latin typeface="Meiryo UI" panose="020B0604030504040204" pitchFamily="50" charset="-128"/>
              <a:ea typeface="Meiryo UI" panose="020B0604030504040204" pitchFamily="50" charset="-128"/>
            </a:endParaRPr>
          </a:p>
        </p:txBody>
      </p:sp>
      <p:sp>
        <p:nvSpPr>
          <p:cNvPr id="3" name="日付プレースホルダー 2">
            <a:extLst>
              <a:ext uri="{FF2B5EF4-FFF2-40B4-BE49-F238E27FC236}">
                <a16:creationId xmlns:a16="http://schemas.microsoft.com/office/drawing/2014/main" id="{4DE315D4-AF56-411A-9C01-F34E1EC5A1D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367100D-DA23-4720-85D0-D38C093E4758}" type="datetime4">
              <a:rPr kumimoji="1" lang="ja-JP" altLang="en-US" smtClean="0">
                <a:latin typeface="Meiryo UI" panose="020B0604030504040204" pitchFamily="50" charset="-128"/>
                <a:ea typeface="Meiryo UI" panose="020B0604030504040204" pitchFamily="50" charset="-128"/>
              </a:rPr>
              <a:t>2021年2月7日</a:t>
            </a:fld>
            <a:endParaRPr kumimoji="1" lang="ja-JP" altLang="en-US" dirty="0">
              <a:latin typeface="Meiryo UI" panose="020B0604030504040204" pitchFamily="50" charset="-128"/>
              <a:ea typeface="Meiryo UI" panose="020B0604030504040204" pitchFamily="50" charset="-128"/>
            </a:endParaRPr>
          </a:p>
        </p:txBody>
      </p:sp>
      <p:sp>
        <p:nvSpPr>
          <p:cNvPr id="4" name="フッター プレースホルダー 3">
            <a:extLst>
              <a:ext uri="{FF2B5EF4-FFF2-40B4-BE49-F238E27FC236}">
                <a16:creationId xmlns:a16="http://schemas.microsoft.com/office/drawing/2014/main" id="{9224C509-F766-487E-BCFE-05C69FE1349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latin typeface="Meiryo UI" panose="020B0604030504040204" pitchFamily="50" charset="-128"/>
              <a:ea typeface="Meiryo UI" panose="020B0604030504040204" pitchFamily="50" charset="-128"/>
            </a:endParaRPr>
          </a:p>
        </p:txBody>
      </p:sp>
      <p:sp>
        <p:nvSpPr>
          <p:cNvPr id="5" name="スライド番号プレースホルダー 4">
            <a:extLst>
              <a:ext uri="{FF2B5EF4-FFF2-40B4-BE49-F238E27FC236}">
                <a16:creationId xmlns:a16="http://schemas.microsoft.com/office/drawing/2014/main" id="{EFCA5035-9F54-4B5A-AB25-D14239102CE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A2BB01E-1874-459A-9D59-AD73B49560E1}" type="slidenum">
              <a:rPr kumimoji="1" lang="en-US" altLang="ja-JP" smtClean="0">
                <a:latin typeface="Meiryo UI" panose="020B0604030504040204" pitchFamily="50" charset="-128"/>
                <a:ea typeface="Meiryo UI" panose="020B0604030504040204" pitchFamily="50" charset="-128"/>
              </a:rPr>
              <a:t>‹#›</a:t>
            </a:fld>
            <a:endParaRPr kumimoji="1" lang="ja-JP" altLang="en-US">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1595922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eiryo UI" panose="020B0604030504040204" pitchFamily="50" charset="-128"/>
                <a:ea typeface="Meiryo UI" panose="020B0604030504040204" pitchFamily="50" charset="-128"/>
              </a:defRPr>
            </a:lvl1pPr>
          </a:lstStyle>
          <a:p>
            <a:endParaRPr lang="ja-JP" altLang="en-US" dirty="0"/>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eiryo UI" panose="020B0604030504040204" pitchFamily="50" charset="-128"/>
                <a:ea typeface="Meiryo UI" panose="020B0604030504040204" pitchFamily="50" charset="-128"/>
              </a:defRPr>
            </a:lvl1pPr>
          </a:lstStyle>
          <a:p>
            <a:fld id="{63F704DF-4823-4C12-AA6E-AA94A63A0A3B}" type="datetime4">
              <a:rPr lang="ja-JP" altLang="en-US" smtClean="0"/>
              <a:pPr/>
              <a:t>2021年2月7日</a:t>
            </a:fld>
            <a:endParaRPr lang="ja-JP" altLang="en-US" dirty="0"/>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ja-JP" altLang="en-US" noProof="0" dirty="0"/>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ja-JP" altLang="en-US" noProof="0" dirty="0"/>
              <a:t>マスター テキストの書式設定</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eiryo UI" panose="020B0604030504040204" pitchFamily="50" charset="-128"/>
                <a:ea typeface="Meiryo UI" panose="020B0604030504040204" pitchFamily="50" charset="-128"/>
              </a:defRPr>
            </a:lvl1pPr>
          </a:lstStyle>
          <a:p>
            <a:endParaRPr lang="ja-JP" altLang="en-US" dirty="0"/>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eiryo UI" panose="020B0604030504040204" pitchFamily="50" charset="-128"/>
                <a:ea typeface="Meiryo UI" panose="020B0604030504040204" pitchFamily="50" charset="-128"/>
              </a:defRPr>
            </a:lvl1pPr>
          </a:lstStyle>
          <a:p>
            <a:fld id="{DF61EA0F-A667-4B49-8422-0062BC55E249}" type="slidenum">
              <a:rPr lang="en-US" altLang="ja-JP" smtClean="0"/>
              <a:pPr/>
              <a:t>‹#›</a:t>
            </a:fld>
            <a:endParaRPr lang="ja-JP" alt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1pPr>
    <a:lvl2pPr marL="45720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2pPr>
    <a:lvl3pPr marL="91440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3pPr>
    <a:lvl4pPr marL="137160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4pPr>
    <a:lvl5pPr marL="182880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1143000"/>
            <a:ext cx="5486400" cy="3086100"/>
          </a:xfrm>
        </p:spPr>
      </p:sp>
      <p:sp>
        <p:nvSpPr>
          <p:cNvPr id="3" name="ノート プレースホルダー 2"/>
          <p:cNvSpPr>
            <a:spLocks noGrp="1"/>
          </p:cNvSpPr>
          <p:nvPr>
            <p:ph type="body" idx="1"/>
          </p:nvPr>
        </p:nvSpPr>
        <p:spPr/>
        <p:txBody>
          <a:bodyPr rtlCol="0"/>
          <a:lstStyle/>
          <a:p>
            <a:pPr rtl="0"/>
            <a:endParaRPr lang="ja-JP" altLang="en-US"/>
          </a:p>
        </p:txBody>
      </p:sp>
      <p:sp>
        <p:nvSpPr>
          <p:cNvPr id="4" name="スライド番号プレースホルダー 3"/>
          <p:cNvSpPr>
            <a:spLocks noGrp="1"/>
          </p:cNvSpPr>
          <p:nvPr>
            <p:ph type="sldNum" sz="quarter" idx="10"/>
          </p:nvPr>
        </p:nvSpPr>
        <p:spPr/>
        <p:txBody>
          <a:bodyPr rtlCol="0"/>
          <a:lstStyle/>
          <a:p>
            <a:pPr rtl="0"/>
            <a:fld id="{DF61EA0F-A667-4B49-8422-0062BC55E249}" type="slidenum">
              <a:rPr lang="en-US" altLang="ja-JP" smtClean="0"/>
              <a:t>1</a:t>
            </a:fld>
            <a:endParaRPr lang="ja-JP" altLang="en-US"/>
          </a:p>
        </p:txBody>
      </p:sp>
    </p:spTree>
    <p:extLst>
      <p:ext uri="{BB962C8B-B14F-4D97-AF65-F5344CB8AC3E}">
        <p14:creationId xmlns:p14="http://schemas.microsoft.com/office/powerpoint/2010/main" val="23700558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p>
            <a:pPr rtl="0"/>
            <a:endParaRPr lang="ja-JP" altLang="en-US"/>
          </a:p>
        </p:txBody>
      </p:sp>
      <p:sp>
        <p:nvSpPr>
          <p:cNvPr id="4" name="スライド番号プレースホルダー 3"/>
          <p:cNvSpPr>
            <a:spLocks noGrp="1"/>
          </p:cNvSpPr>
          <p:nvPr>
            <p:ph type="sldNum" sz="quarter" idx="10"/>
          </p:nvPr>
        </p:nvSpPr>
        <p:spPr/>
        <p:txBody>
          <a:bodyPr rtlCol="0"/>
          <a:lstStyle/>
          <a:p>
            <a:pPr rtl="0"/>
            <a:fld id="{DF61EA0F-A667-4B49-8422-0062BC55E249}" type="slidenum">
              <a:rPr lang="en-US" altLang="ja-JP" smtClean="0"/>
              <a:t>2</a:t>
            </a:fld>
            <a:endParaRPr lang="ja-JP" altLang="en-US"/>
          </a:p>
        </p:txBody>
      </p:sp>
    </p:spTree>
    <p:extLst>
      <p:ext uri="{BB962C8B-B14F-4D97-AF65-F5344CB8AC3E}">
        <p14:creationId xmlns:p14="http://schemas.microsoft.com/office/powerpoint/2010/main" val="29856402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p>
            <a:pPr rtl="0"/>
            <a:endParaRPr lang="ja-JP" altLang="en-US"/>
          </a:p>
        </p:txBody>
      </p:sp>
      <p:sp>
        <p:nvSpPr>
          <p:cNvPr id="4" name="スライド番号プレースホルダー 3"/>
          <p:cNvSpPr>
            <a:spLocks noGrp="1"/>
          </p:cNvSpPr>
          <p:nvPr>
            <p:ph type="sldNum" sz="quarter" idx="10"/>
          </p:nvPr>
        </p:nvSpPr>
        <p:spPr/>
        <p:txBody>
          <a:bodyPr rtlCol="0"/>
          <a:lstStyle/>
          <a:p>
            <a:pPr rtl="0"/>
            <a:fld id="{DF61EA0F-A667-4B49-8422-0062BC55E249}" type="slidenum">
              <a:rPr lang="en-US" altLang="ja-JP" smtClean="0"/>
              <a:t>3</a:t>
            </a:fld>
            <a:endParaRPr lang="ja-JP" altLang="en-US"/>
          </a:p>
        </p:txBody>
      </p:sp>
    </p:spTree>
    <p:extLst>
      <p:ext uri="{BB962C8B-B14F-4D97-AF65-F5344CB8AC3E}">
        <p14:creationId xmlns:p14="http://schemas.microsoft.com/office/powerpoint/2010/main" val="16172519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p>
            <a:pPr rtl="0"/>
            <a:endParaRPr lang="ja-JP" altLang="en-US"/>
          </a:p>
        </p:txBody>
      </p:sp>
      <p:sp>
        <p:nvSpPr>
          <p:cNvPr id="4" name="スライド番号プレースホルダー 3"/>
          <p:cNvSpPr>
            <a:spLocks noGrp="1"/>
          </p:cNvSpPr>
          <p:nvPr>
            <p:ph type="sldNum" sz="quarter" idx="10"/>
          </p:nvPr>
        </p:nvSpPr>
        <p:spPr/>
        <p:txBody>
          <a:bodyPr rtlCol="0"/>
          <a:lstStyle/>
          <a:p>
            <a:pPr rtl="0"/>
            <a:fld id="{DF61EA0F-A667-4B49-8422-0062BC55E249}" type="slidenum">
              <a:rPr lang="en-US" altLang="ja-JP" smtClean="0"/>
              <a:t>4</a:t>
            </a:fld>
            <a:endParaRPr lang="ja-JP" altLang="en-US"/>
          </a:p>
        </p:txBody>
      </p:sp>
    </p:spTree>
    <p:extLst>
      <p:ext uri="{BB962C8B-B14F-4D97-AF65-F5344CB8AC3E}">
        <p14:creationId xmlns:p14="http://schemas.microsoft.com/office/powerpoint/2010/main" val="31536881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p>
            <a:pPr rtl="0"/>
            <a:endParaRPr lang="ja-JP" altLang="en-US"/>
          </a:p>
        </p:txBody>
      </p:sp>
      <p:sp>
        <p:nvSpPr>
          <p:cNvPr id="4" name="スライド番号プレースホルダー 3"/>
          <p:cNvSpPr>
            <a:spLocks noGrp="1"/>
          </p:cNvSpPr>
          <p:nvPr>
            <p:ph type="sldNum" sz="quarter" idx="10"/>
          </p:nvPr>
        </p:nvSpPr>
        <p:spPr/>
        <p:txBody>
          <a:bodyPr rtlCol="0"/>
          <a:lstStyle/>
          <a:p>
            <a:pPr rtl="0"/>
            <a:fld id="{DF61EA0F-A667-4B49-8422-0062BC55E249}" type="slidenum">
              <a:rPr lang="en-US" altLang="ja-JP" smtClean="0"/>
              <a:t>5</a:t>
            </a:fld>
            <a:endParaRPr lang="ja-JP" altLang="en-US"/>
          </a:p>
        </p:txBody>
      </p:sp>
    </p:spTree>
    <p:extLst>
      <p:ext uri="{BB962C8B-B14F-4D97-AF65-F5344CB8AC3E}">
        <p14:creationId xmlns:p14="http://schemas.microsoft.com/office/powerpoint/2010/main" val="27334146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p>
            <a:pPr rtl="0"/>
            <a:endParaRPr lang="ja-JP" altLang="en-US"/>
          </a:p>
        </p:txBody>
      </p:sp>
      <p:sp>
        <p:nvSpPr>
          <p:cNvPr id="4" name="スライド番号プレースホルダー 3"/>
          <p:cNvSpPr>
            <a:spLocks noGrp="1"/>
          </p:cNvSpPr>
          <p:nvPr>
            <p:ph type="sldNum" sz="quarter" idx="10"/>
          </p:nvPr>
        </p:nvSpPr>
        <p:spPr/>
        <p:txBody>
          <a:bodyPr rtlCol="0"/>
          <a:lstStyle/>
          <a:p>
            <a:pPr rtl="0"/>
            <a:fld id="{DF61EA0F-A667-4B49-8422-0062BC55E249}" type="slidenum">
              <a:rPr lang="en-US" altLang="ja-JP" smtClean="0"/>
              <a:t>6</a:t>
            </a:fld>
            <a:endParaRPr lang="ja-JP" altLang="en-US"/>
          </a:p>
        </p:txBody>
      </p:sp>
    </p:spTree>
    <p:extLst>
      <p:ext uri="{BB962C8B-B14F-4D97-AF65-F5344CB8AC3E}">
        <p14:creationId xmlns:p14="http://schemas.microsoft.com/office/powerpoint/2010/main" val="26403854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1143000"/>
            <a:ext cx="5486400" cy="3086100"/>
          </a:xfrm>
        </p:spPr>
      </p:sp>
      <p:sp>
        <p:nvSpPr>
          <p:cNvPr id="3" name="ノート プレースホルダー 2"/>
          <p:cNvSpPr>
            <a:spLocks noGrp="1"/>
          </p:cNvSpPr>
          <p:nvPr>
            <p:ph type="body" idx="1"/>
          </p:nvPr>
        </p:nvSpPr>
        <p:spPr/>
        <p:txBody>
          <a:bodyPr rtlCol="0"/>
          <a:lstStyle/>
          <a:p>
            <a:pPr rtl="0"/>
            <a:r>
              <a:rPr lang="ja-JP" altLang="en-US" sz="1200" kern="1200" dirty="0">
                <a:solidFill>
                  <a:schemeClr val="tx1"/>
                </a:solidFill>
                <a:effectLst/>
                <a:cs typeface="+mn-cs"/>
              </a:rPr>
              <a:t>“スライド ショー” モードで、矢印を選択してリンクにアクセスします</a:t>
            </a:r>
            <a:r>
              <a:rPr lang="ja-JP" altLang="en-US" dirty="0"/>
              <a:t>。</a:t>
            </a:r>
          </a:p>
        </p:txBody>
      </p:sp>
      <p:sp>
        <p:nvSpPr>
          <p:cNvPr id="4" name="スライド番号プレースホルダー 3"/>
          <p:cNvSpPr>
            <a:spLocks noGrp="1"/>
          </p:cNvSpPr>
          <p:nvPr>
            <p:ph type="sldNum" sz="quarter" idx="10"/>
          </p:nvPr>
        </p:nvSpPr>
        <p:spPr/>
        <p:txBody>
          <a:bodyPr rtlCol="0"/>
          <a:lstStyle/>
          <a:p>
            <a:pPr rtl="0"/>
            <a:fld id="{DF61EA0F-A667-4B49-8422-0062BC55E249}" type="slidenum">
              <a:rPr lang="en-US" altLang="ja-JP" smtClean="0"/>
              <a:t>7</a:t>
            </a:fld>
            <a:endParaRPr lang="ja-JP" altLang="en-US"/>
          </a:p>
        </p:txBody>
      </p:sp>
    </p:spTree>
    <p:extLst>
      <p:ext uri="{BB962C8B-B14F-4D97-AF65-F5344CB8AC3E}">
        <p14:creationId xmlns:p14="http://schemas.microsoft.com/office/powerpoint/2010/main" val="28306092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タイトル スライド">
    <p:spTree>
      <p:nvGrpSpPr>
        <p:cNvPr id="1" name=""/>
        <p:cNvGrpSpPr/>
        <p:nvPr/>
      </p:nvGrpSpPr>
      <p:grpSpPr>
        <a:xfrm>
          <a:off x="0" y="0"/>
          <a:ext cx="0" cy="0"/>
          <a:chOff x="0" y="0"/>
          <a:chExt cx="0" cy="0"/>
        </a:xfrm>
      </p:grpSpPr>
      <p:sp>
        <p:nvSpPr>
          <p:cNvPr id="7" name="長方形 6"/>
          <p:cNvSpPr/>
          <p:nvPr/>
        </p:nvSpPr>
        <p:spPr>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sz="1800" noProof="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482807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7" name="長方形 6"/>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sz="1800" noProof="0" dirty="0">
              <a:latin typeface="Meiryo UI" panose="020B0604030504040204" pitchFamily="50" charset="-128"/>
              <a:ea typeface="Meiryo UI" panose="020B0604030504040204" pitchFamily="50" charset="-128"/>
            </a:endParaRPr>
          </a:p>
        </p:txBody>
      </p:sp>
      <p:sp>
        <p:nvSpPr>
          <p:cNvPr id="2" name="タイトル 1"/>
          <p:cNvSpPr>
            <a:spLocks noGrp="1"/>
          </p:cNvSpPr>
          <p:nvPr>
            <p:ph type="title"/>
          </p:nvPr>
        </p:nvSpPr>
        <p:spPr>
          <a:xfrm>
            <a:off x="604434" y="0"/>
            <a:ext cx="10749367" cy="1208868"/>
          </a:xfrm>
        </p:spPr>
        <p:txBody>
          <a:bodyPr rtlCol="0" anchor="b">
            <a:normAutofit/>
          </a:bodyPr>
          <a:lstStyle>
            <a:lvl1pPr>
              <a:defRPr sz="3600">
                <a:solidFill>
                  <a:schemeClr val="bg1"/>
                </a:solidFill>
              </a:defRPr>
            </a:lvl1pPr>
          </a:lstStyle>
          <a:p>
            <a:pPr rtl="0"/>
            <a:r>
              <a:rPr lang="ja-JP" altLang="en-US" noProof="0"/>
              <a:t>マスター タイトルの書式設定</a:t>
            </a:r>
            <a:endParaRPr lang="ja-JP" altLang="en-US" noProof="0" dirty="0"/>
          </a:p>
        </p:txBody>
      </p:sp>
      <p:sp>
        <p:nvSpPr>
          <p:cNvPr id="3" name="コンテンツ プレースホルダー 2"/>
          <p:cNvSpPr>
            <a:spLocks noGrp="1"/>
          </p:cNvSpPr>
          <p:nvPr>
            <p:ph idx="1" hasCustomPrompt="1"/>
          </p:nvPr>
        </p:nvSpPr>
        <p:spPr>
          <a:xfrm>
            <a:off x="838201" y="1825625"/>
            <a:ext cx="4167753" cy="4351338"/>
          </a:xfrm>
        </p:spPr>
        <p:txBody>
          <a:bodyPr lIns="0" tIns="0" rIns="0" bIns="0" rtlCol="0">
            <a:normAutofit/>
          </a:bodyPr>
          <a:lstStyle>
            <a:lvl1pPr marL="0" indent="0">
              <a:lnSpc>
                <a:spcPct val="130000"/>
              </a:lnSpc>
              <a:spcBef>
                <a:spcPts val="500"/>
              </a:spcBef>
              <a:spcAft>
                <a:spcPts val="1000"/>
              </a:spcAft>
              <a:buNone/>
              <a:defRPr sz="1600" baseline="0">
                <a:solidFill>
                  <a:schemeClr val="tx1">
                    <a:lumMod val="65000"/>
                    <a:lumOff val="35000"/>
                  </a:schemeClr>
                </a:solidFill>
              </a:defRPr>
            </a:lvl1pPr>
            <a:lvl2pPr>
              <a:lnSpc>
                <a:spcPct val="130000"/>
              </a:lnSpc>
              <a:spcBef>
                <a:spcPts val="500"/>
              </a:spcBef>
              <a:spcAft>
                <a:spcPts val="1000"/>
              </a:spcAft>
              <a:defRPr sz="1400" baseline="0">
                <a:solidFill>
                  <a:schemeClr val="tx1">
                    <a:lumMod val="65000"/>
                    <a:lumOff val="35000"/>
                  </a:schemeClr>
                </a:solidFill>
              </a:defRPr>
            </a:lvl2pPr>
            <a:lvl3pPr>
              <a:lnSpc>
                <a:spcPct val="130000"/>
              </a:lnSpc>
              <a:spcAft>
                <a:spcPts val="1000"/>
              </a:spcAft>
              <a:defRPr sz="1200" baseline="0">
                <a:solidFill>
                  <a:schemeClr val="tx1">
                    <a:lumMod val="65000"/>
                    <a:lumOff val="35000"/>
                  </a:schemeClr>
                </a:solidFill>
              </a:defRPr>
            </a:lvl3pPr>
            <a:lvl4pPr>
              <a:lnSpc>
                <a:spcPct val="130000"/>
              </a:lnSpc>
              <a:spcAft>
                <a:spcPts val="1000"/>
              </a:spcAft>
              <a:defRPr sz="1100" baseline="0">
                <a:solidFill>
                  <a:schemeClr val="tx1">
                    <a:lumMod val="65000"/>
                    <a:lumOff val="35000"/>
                  </a:schemeClr>
                </a:solidFill>
              </a:defRPr>
            </a:lvl4pPr>
            <a:lvl5pPr>
              <a:lnSpc>
                <a:spcPct val="130000"/>
              </a:lnSpc>
              <a:spcAft>
                <a:spcPts val="1000"/>
              </a:spcAft>
              <a:defRPr sz="1100" baseline="0">
                <a:solidFill>
                  <a:schemeClr val="tx1">
                    <a:lumMod val="65000"/>
                    <a:lumOff val="35000"/>
                  </a:schemeClr>
                </a:solidFill>
              </a:defRPr>
            </a:lvl5pPr>
          </a:lstStyle>
          <a:p>
            <a:pPr lvl="0" rtl="0"/>
            <a:r>
              <a:rPr lang="ja-JP" altLang="en-US" noProof="0" dirty="0"/>
              <a:t>マスター テキストのスタイルを編集する</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sp>
        <p:nvSpPr>
          <p:cNvPr id="4" name="日付プレースホルダー 3"/>
          <p:cNvSpPr>
            <a:spLocks noGrp="1"/>
          </p:cNvSpPr>
          <p:nvPr>
            <p:ph type="dt" sz="half" idx="10"/>
          </p:nvPr>
        </p:nvSpPr>
        <p:spPr/>
        <p:txBody>
          <a:bodyPr rtlCol="0"/>
          <a:lstStyle>
            <a:lvl1pPr>
              <a:defRPr baseline="0">
                <a:solidFill>
                  <a:schemeClr val="tx1">
                    <a:lumMod val="65000"/>
                    <a:lumOff val="35000"/>
                  </a:schemeClr>
                </a:solidFill>
              </a:defRPr>
            </a:lvl1pPr>
          </a:lstStyle>
          <a:p>
            <a:fld id="{11CC6941-EC08-4F5B-BCCE-3E573FD141EA}" type="datetime4">
              <a:rPr lang="ja-JP" altLang="en-US" smtClean="0"/>
              <a:pPr/>
              <a:t>2021年2月7日</a:t>
            </a:fld>
            <a:endParaRPr lang="ja-JP" altLang="en-US" dirty="0"/>
          </a:p>
        </p:txBody>
      </p:sp>
      <p:sp>
        <p:nvSpPr>
          <p:cNvPr id="5" name="フッター プレースホルダー 4"/>
          <p:cNvSpPr>
            <a:spLocks noGrp="1"/>
          </p:cNvSpPr>
          <p:nvPr>
            <p:ph type="ftr" sz="quarter" idx="11"/>
          </p:nvPr>
        </p:nvSpPr>
        <p:spPr/>
        <p:txBody>
          <a:bodyPr rtlCol="0"/>
          <a:lstStyle>
            <a:lvl1pPr>
              <a:defRPr baseline="0">
                <a:solidFill>
                  <a:schemeClr val="tx1">
                    <a:lumMod val="65000"/>
                    <a:lumOff val="35000"/>
                  </a:schemeClr>
                </a:solidFill>
              </a:defRPr>
            </a:lvl1pPr>
          </a:lstStyle>
          <a:p>
            <a:pPr rtl="0"/>
            <a:endParaRPr lang="ja-JP" altLang="en-US" noProof="0" dirty="0"/>
          </a:p>
        </p:txBody>
      </p:sp>
      <p:sp>
        <p:nvSpPr>
          <p:cNvPr id="6" name="スライド番号プレースホルダー 5"/>
          <p:cNvSpPr>
            <a:spLocks noGrp="1"/>
          </p:cNvSpPr>
          <p:nvPr>
            <p:ph type="sldNum" sz="quarter" idx="12"/>
          </p:nvPr>
        </p:nvSpPr>
        <p:spPr/>
        <p:txBody>
          <a:bodyPr rtlCol="0"/>
          <a:lstStyle>
            <a:lvl1pPr>
              <a:defRPr baseline="0">
                <a:solidFill>
                  <a:schemeClr val="tx1">
                    <a:lumMod val="65000"/>
                    <a:lumOff val="35000"/>
                  </a:schemeClr>
                </a:solidFill>
              </a:defRPr>
            </a:lvl1pPr>
          </a:lstStyle>
          <a:p>
            <a:pPr rtl="0"/>
            <a:fld id="{9860EDB8-5305-433F-BE41-D7A86D811DB3}" type="slidenum">
              <a:rPr lang="en-US" altLang="ja-JP" noProof="0" smtClean="0"/>
              <a:pPr/>
              <a:t>‹#›</a:t>
            </a:fld>
            <a:endParaRPr lang="ja-JP" altLang="en-US" noProof="0" dirty="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セクション見出し">
    <p:spTree>
      <p:nvGrpSpPr>
        <p:cNvPr id="1" name=""/>
        <p:cNvGrpSpPr/>
        <p:nvPr/>
      </p:nvGrpSpPr>
      <p:grpSpPr>
        <a:xfrm>
          <a:off x="0" y="0"/>
          <a:ext cx="0" cy="0"/>
          <a:chOff x="0" y="0"/>
          <a:chExt cx="0" cy="0"/>
        </a:xfrm>
      </p:grpSpPr>
      <p:sp>
        <p:nvSpPr>
          <p:cNvPr id="9" name="長方形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sz="1800" noProof="0" dirty="0">
              <a:latin typeface="Meiryo UI" panose="020B0604030504040204" pitchFamily="50" charset="-128"/>
              <a:ea typeface="Meiryo UI" panose="020B0604030504040204" pitchFamily="50" charset="-128"/>
            </a:endParaRPr>
          </a:p>
        </p:txBody>
      </p:sp>
      <p:sp>
        <p:nvSpPr>
          <p:cNvPr id="10" name="長方形 9"/>
          <p:cNvSpPr/>
          <p:nvPr userDrawn="1"/>
        </p:nvSpPr>
        <p:spPr>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sz="1800" noProof="0" dirty="0">
              <a:latin typeface="Meiryo UI" panose="020B0604030504040204" pitchFamily="50" charset="-128"/>
              <a:ea typeface="Meiryo UI" panose="020B0604030504040204" pitchFamily="50" charset="-128"/>
            </a:endParaRPr>
          </a:p>
        </p:txBody>
      </p:sp>
      <p:sp>
        <p:nvSpPr>
          <p:cNvPr id="2" name="タイトル 1"/>
          <p:cNvSpPr>
            <a:spLocks noGrp="1"/>
          </p:cNvSpPr>
          <p:nvPr>
            <p:ph type="title"/>
          </p:nvPr>
        </p:nvSpPr>
        <p:spPr>
          <a:xfrm>
            <a:off x="516711" y="876724"/>
            <a:ext cx="10515600" cy="1325563"/>
          </a:xfrm>
        </p:spPr>
        <p:txBody>
          <a:bodyPr vert="horz" lIns="91440" tIns="45720" rIns="91440" bIns="45720" rtlCol="0" anchor="b">
            <a:normAutofit/>
          </a:bodyPr>
          <a:lstStyle>
            <a:lvl1pPr>
              <a:defRPr lang="en-US" sz="3600" b="0" dirty="0">
                <a:solidFill>
                  <a:schemeClr val="bg1"/>
                </a:solidFill>
                <a:latin typeface="Meiryo UI" panose="020B0604030504040204" pitchFamily="50" charset="-128"/>
                <a:ea typeface="Meiryo UI" panose="020B0604030504040204" pitchFamily="50" charset="-128"/>
                <a:cs typeface="Arial" panose="020B0604020202020204" pitchFamily="34" charset="0"/>
              </a:defRPr>
            </a:lvl1pPr>
          </a:lstStyle>
          <a:p>
            <a:pPr marL="0" lvl="0" indent="0" rtl="0">
              <a:lnSpc>
                <a:spcPct val="90000"/>
              </a:lnSpc>
              <a:spcBef>
                <a:spcPct val="30000"/>
              </a:spcBef>
              <a:buFont typeface="Arial" panose="020B0604020202020204" pitchFamily="34" charset="0"/>
            </a:pPr>
            <a:r>
              <a:rPr lang="ja-JP" altLang="en-US" noProof="0"/>
              <a:t>マスター タイトルの書式設定</a:t>
            </a:r>
            <a:endParaRPr lang="ja-JP" altLang="en-US" noProof="0" dirty="0"/>
          </a:p>
        </p:txBody>
      </p:sp>
      <p:sp>
        <p:nvSpPr>
          <p:cNvPr id="13" name="コンテンツ プレースホルダー 3"/>
          <p:cNvSpPr>
            <a:spLocks noGrp="1"/>
          </p:cNvSpPr>
          <p:nvPr>
            <p:ph sz="half" idx="2" hasCustomPrompt="1"/>
          </p:nvPr>
        </p:nvSpPr>
        <p:spPr>
          <a:xfrm>
            <a:off x="541611" y="2560639"/>
            <a:ext cx="9442648" cy="3978275"/>
          </a:xfrm>
        </p:spPr>
        <p:txBody>
          <a:bodyPr vert="horz" lIns="91440" tIns="45720" rIns="91440" bIns="45720" rtlCol="0">
            <a:normAutofit/>
          </a:bodyPr>
          <a:lstStyle>
            <a:lvl1pPr>
              <a:lnSpc>
                <a:spcPts val="1800"/>
              </a:lnSpc>
              <a:spcBef>
                <a:spcPts val="1000"/>
              </a:spcBef>
              <a:spcAft>
                <a:spcPts val="1000"/>
              </a:spcAft>
              <a:defRPr lang="en-US" sz="2400" baseline="0" smtClean="0">
                <a:solidFill>
                  <a:schemeClr val="tx1">
                    <a:lumMod val="65000"/>
                    <a:lumOff val="35000"/>
                  </a:schemeClr>
                </a:solidFill>
                <a:latin typeface="Meiryo UI" panose="020B0604030504040204" pitchFamily="50" charset="-128"/>
              </a:defRPr>
            </a:lvl1pPr>
            <a:lvl2pPr>
              <a:lnSpc>
                <a:spcPts val="1800"/>
              </a:lnSpc>
              <a:spcBef>
                <a:spcPts val="1000"/>
              </a:spcBef>
              <a:spcAft>
                <a:spcPts val="1000"/>
              </a:spcAft>
              <a:defRPr lang="en-US" sz="1200" smtClean="0">
                <a:solidFill>
                  <a:schemeClr val="tx1">
                    <a:lumMod val="75000"/>
                    <a:lumOff val="25000"/>
                  </a:schemeClr>
                </a:solidFill>
              </a:defRPr>
            </a:lvl2pPr>
            <a:lvl3pPr>
              <a:lnSpc>
                <a:spcPts val="1800"/>
              </a:lnSpc>
              <a:spcBef>
                <a:spcPts val="1000"/>
              </a:spcBef>
              <a:spcAft>
                <a:spcPts val="1000"/>
              </a:spcAft>
              <a:defRPr lang="en-US" sz="1200" smtClean="0">
                <a:solidFill>
                  <a:schemeClr val="tx1">
                    <a:lumMod val="75000"/>
                    <a:lumOff val="25000"/>
                  </a:schemeClr>
                </a:solidFill>
              </a:defRPr>
            </a:lvl3pPr>
            <a:lvl4pPr>
              <a:lnSpc>
                <a:spcPts val="1800"/>
              </a:lnSpc>
              <a:spcBef>
                <a:spcPts val="1000"/>
              </a:spcBef>
              <a:spcAft>
                <a:spcPts val="1000"/>
              </a:spcAft>
              <a:defRPr lang="en-US" sz="1200" smtClean="0">
                <a:solidFill>
                  <a:schemeClr val="tx1">
                    <a:lumMod val="75000"/>
                    <a:lumOff val="25000"/>
                  </a:schemeClr>
                </a:solidFill>
              </a:defRPr>
            </a:lvl4pPr>
            <a:lvl5pPr>
              <a:lnSpc>
                <a:spcPts val="1800"/>
              </a:lnSpc>
              <a:spcBef>
                <a:spcPts val="1000"/>
              </a:spcBef>
              <a:spcAft>
                <a:spcPts val="1000"/>
              </a:spcAft>
              <a:defRPr lang="en-US" sz="1200">
                <a:solidFill>
                  <a:schemeClr val="tx1">
                    <a:lumMod val="75000"/>
                    <a:lumOff val="25000"/>
                  </a:schemeClr>
                </a:solidFill>
              </a:defRPr>
            </a:lvl5pPr>
          </a:lstStyle>
          <a:p>
            <a:pPr marL="0" lvl="0" indent="0" rtl="0">
              <a:lnSpc>
                <a:spcPct val="150000"/>
              </a:lnSpc>
              <a:spcAft>
                <a:spcPts val="1200"/>
              </a:spcAft>
              <a:buNone/>
            </a:pPr>
            <a:r>
              <a:rPr lang="ja-JP" altLang="en-US" noProof="0" dirty="0"/>
              <a:t>マスター テキストのスタイルを編集します</a:t>
            </a:r>
          </a:p>
        </p:txBody>
      </p:sp>
    </p:spTree>
    <p:extLst>
      <p:ext uri="{BB962C8B-B14F-4D97-AF65-F5344CB8AC3E}">
        <p14:creationId xmlns:p14="http://schemas.microsoft.com/office/powerpoint/2010/main" val="320712993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pPr rtl="0"/>
            <a:r>
              <a:rPr lang="ja-JP" altLang="en-US" noProof="0" dirty="0"/>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ja-JP" altLang="en-US" noProof="0" dirty="0"/>
              <a:t>マスター テキストのスタイルを編集する</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sp>
        <p:nvSpPr>
          <p:cNvPr id="4" name="日付プレースホルダー 3"/>
          <p:cNvSpPr>
            <a:spLocks noGrp="1"/>
          </p:cNvSpPr>
          <p:nvPr>
            <p:ph type="dt" sz="half" idx="2"/>
          </p:nvPr>
        </p:nvSpPr>
        <p:spPr>
          <a:xfrm>
            <a:off x="838200" y="63563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latin typeface="Meiryo UI" panose="020B0604030504040204" pitchFamily="50" charset="-128"/>
                <a:ea typeface="Meiryo UI" panose="020B0604030504040204" pitchFamily="50" charset="-128"/>
              </a:defRPr>
            </a:lvl1pPr>
          </a:lstStyle>
          <a:p>
            <a:fld id="{FF823E4E-E909-4020-BF34-5FC2974AACD2}" type="datetime4">
              <a:rPr lang="ja-JP" altLang="en-US" smtClean="0"/>
              <a:pPr/>
              <a:t>2021年2月7日</a:t>
            </a:fld>
            <a:endParaRPr lang="ja-JP" altLang="en-US" dirty="0"/>
          </a:p>
        </p:txBody>
      </p:sp>
      <p:sp>
        <p:nvSpPr>
          <p:cNvPr id="5" name="フッター プレースホルダー 4"/>
          <p:cNvSpPr>
            <a:spLocks noGrp="1"/>
          </p:cNvSpPr>
          <p:nvPr>
            <p:ph type="ftr" sz="quarter" idx="3"/>
          </p:nvPr>
        </p:nvSpPr>
        <p:spPr>
          <a:xfrm>
            <a:off x="4648200" y="63563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latin typeface="Meiryo UI" panose="020B0604030504040204" pitchFamily="50" charset="-128"/>
                <a:ea typeface="Meiryo UI" panose="020B0604030504040204" pitchFamily="50" charset="-128"/>
              </a:defRPr>
            </a:lvl1pPr>
          </a:lstStyle>
          <a:p>
            <a:endParaRPr lang="ja-JP" altLang="en-US" dirty="0"/>
          </a:p>
        </p:txBody>
      </p:sp>
      <p:sp>
        <p:nvSpPr>
          <p:cNvPr id="6" name="スライド番号プレースホルダー 5"/>
          <p:cNvSpPr>
            <a:spLocks noGrp="1"/>
          </p:cNvSpPr>
          <p:nvPr>
            <p:ph type="sldNum" sz="quarter" idx="4"/>
          </p:nvPr>
        </p:nvSpPr>
        <p:spPr>
          <a:xfrm>
            <a:off x="8077200" y="63563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latin typeface="Meiryo UI" panose="020B0604030504040204" pitchFamily="50" charset="-128"/>
                <a:ea typeface="Meiryo UI" panose="020B0604030504040204" pitchFamily="50" charset="-128"/>
              </a:defRPr>
            </a:lvl1pPr>
          </a:lstStyle>
          <a:p>
            <a:fld id="{9860EDB8-5305-433F-BE41-D7A86D811DB3}" type="slidenum">
              <a:rPr lang="en-US" altLang="ja-JP" smtClean="0"/>
              <a:pPr/>
              <a:t>‹#›</a:t>
            </a:fld>
            <a:endParaRPr lang="ja-JP" altLang="en-US" dirty="0"/>
          </a:p>
        </p:txBody>
      </p: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73" r:id="rId1"/>
    <p:sldLayoutId id="2147483662" r:id="rId2"/>
    <p:sldLayoutId id="2147483674" r:id="rId3"/>
  </p:sldLayoutIdLst>
  <p:txStyles>
    <p:titleStyle>
      <a:lvl1pPr algn="l" defTabSz="914400" rtl="0" eaLnBrk="1" latinLnBrk="0" hangingPunct="1">
        <a:spcBef>
          <a:spcPct val="0"/>
        </a:spcBef>
        <a:buNone/>
        <a:defRPr kumimoji="1" sz="4400" kern="1200">
          <a:solidFill>
            <a:schemeClr val="tx1"/>
          </a:solidFill>
          <a:latin typeface="Meiryo UI" panose="020B0604030504040204" pitchFamily="50" charset="-128"/>
          <a:ea typeface="Meiryo UI" panose="020B0604030504040204" pitchFamily="50" charset="-128"/>
          <a:cs typeface="+mj-cs"/>
        </a:defRPr>
      </a:lvl1pPr>
    </p:titleStyle>
    <p:bodyStyle>
      <a:lvl1pPr marL="228600" indent="-228600" algn="l" defTabSz="914400" rtl="0" eaLnBrk="1" latinLnBrk="0" hangingPunct="1">
        <a:lnSpc>
          <a:spcPct val="90000"/>
        </a:lnSpc>
        <a:spcBef>
          <a:spcPct val="30000"/>
        </a:spcBef>
        <a:buFont typeface="Arial" panose="020B0604020202020204" pitchFamily="34" charset="0"/>
        <a:buChar char="•"/>
        <a:defRPr kumimoji="1" sz="28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kumimoji="1" sz="24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hyperlink" Target="https://support.office.com/ja-jp/article/powerpoint-2016-for-mac-%e3%81%ae%e3%83%98%e3%83%ab%e3%83%97-89809457-4470-4f79-a4d6-835cd366f7d7?ui=ja-JP&amp;rs=ja-JP&amp;ad=JP"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idx="4294967295"/>
          </p:nvPr>
        </p:nvSpPr>
        <p:spPr>
          <a:xfrm>
            <a:off x="811306" y="1164325"/>
            <a:ext cx="9582736" cy="2389365"/>
          </a:xfrm>
        </p:spPr>
        <p:txBody>
          <a:bodyPr rtlCol="0">
            <a:normAutofit/>
          </a:bodyPr>
          <a:lstStyle/>
          <a:p>
            <a:pPr rtl="0"/>
            <a:r>
              <a:rPr lang="en-US" altLang="ja-JP" sz="4600" dirty="0" err="1">
                <a:solidFill>
                  <a:schemeClr val="bg1"/>
                </a:solidFill>
                <a:cs typeface="Arial" panose="020B0604020202020204" pitchFamily="34" charset="0"/>
              </a:rPr>
              <a:t>FreeBooks</a:t>
            </a:r>
            <a:endParaRPr lang="ja-JP" altLang="en-US" sz="4600">
              <a:solidFill>
                <a:schemeClr val="bg1"/>
              </a:solidFill>
              <a:cs typeface="Arial" panose="020B0604020202020204" pitchFamily="34" charset="0"/>
            </a:endParaRPr>
          </a:p>
        </p:txBody>
      </p:sp>
      <p:sp>
        <p:nvSpPr>
          <p:cNvPr id="3" name="サブタイトル 2"/>
          <p:cNvSpPr>
            <a:spLocks noGrp="1"/>
          </p:cNvSpPr>
          <p:nvPr>
            <p:ph type="subTitle" idx="4294967295"/>
          </p:nvPr>
        </p:nvSpPr>
        <p:spPr>
          <a:xfrm>
            <a:off x="828726" y="2933105"/>
            <a:ext cx="9582736" cy="1133856"/>
          </a:xfrm>
        </p:spPr>
        <p:txBody>
          <a:bodyPr rtlCol="0">
            <a:normAutofit/>
          </a:bodyPr>
          <a:lstStyle/>
          <a:p>
            <a:pPr marL="0" indent="0" rtl="0">
              <a:buNone/>
            </a:pPr>
            <a:r>
              <a:rPr lang="ja-JP" altLang="en-US" sz="2400">
                <a:solidFill>
                  <a:schemeClr val="bg1"/>
                </a:solidFill>
                <a:cs typeface="Arial" panose="020B0604020202020204" pitchFamily="34" charset="0"/>
              </a:rPr>
              <a:t>細かい定義とかない。なんでも書き込めるブログや掲示板的なやつ。</a:t>
            </a:r>
          </a:p>
        </p:txBody>
      </p:sp>
    </p:spTree>
    <p:extLst>
      <p:ext uri="{BB962C8B-B14F-4D97-AF65-F5344CB8AC3E}">
        <p14:creationId xmlns:p14="http://schemas.microsoft.com/office/powerpoint/2010/main" val="16153151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rtlCol="0">
            <a:normAutofit/>
          </a:bodyPr>
          <a:lstStyle/>
          <a:p>
            <a:pPr rtl="0"/>
            <a:r>
              <a:rPr lang="ja-JP" altLang="en-US" sz="3400">
                <a:cs typeface="Arial" panose="020B0604020202020204" pitchFamily="34" charset="0"/>
              </a:rPr>
              <a:t>目次</a:t>
            </a:r>
          </a:p>
        </p:txBody>
      </p:sp>
      <p:graphicFrame>
        <p:nvGraphicFramePr>
          <p:cNvPr id="7" name="表 7">
            <a:extLst>
              <a:ext uri="{FF2B5EF4-FFF2-40B4-BE49-F238E27FC236}">
                <a16:creationId xmlns:a16="http://schemas.microsoft.com/office/drawing/2014/main" id="{11099ED0-431D-D348-8634-15D02C281FAC}"/>
              </a:ext>
            </a:extLst>
          </p:cNvPr>
          <p:cNvGraphicFramePr>
            <a:graphicFrameLocks noGrp="1"/>
          </p:cNvGraphicFramePr>
          <p:nvPr>
            <p:extLst>
              <p:ext uri="{D42A27DB-BD31-4B8C-83A1-F6EECF244321}">
                <p14:modId xmlns:p14="http://schemas.microsoft.com/office/powerpoint/2010/main" val="8558712"/>
              </p:ext>
            </p:extLst>
          </p:nvPr>
        </p:nvGraphicFramePr>
        <p:xfrm>
          <a:off x="578856" y="1480930"/>
          <a:ext cx="11034288" cy="5169232"/>
        </p:xfrm>
        <a:graphic>
          <a:graphicData uri="http://schemas.openxmlformats.org/drawingml/2006/table">
            <a:tbl>
              <a:tblPr firstRow="1" bandRow="1">
                <a:tableStyleId>{9DCAF9ED-07DC-4A11-8D7F-57B35C25682E}</a:tableStyleId>
              </a:tblPr>
              <a:tblGrid>
                <a:gridCol w="1345187">
                  <a:extLst>
                    <a:ext uri="{9D8B030D-6E8A-4147-A177-3AD203B41FA5}">
                      <a16:colId xmlns:a16="http://schemas.microsoft.com/office/drawing/2014/main" val="1142050111"/>
                    </a:ext>
                  </a:extLst>
                </a:gridCol>
                <a:gridCol w="3199602">
                  <a:extLst>
                    <a:ext uri="{9D8B030D-6E8A-4147-A177-3AD203B41FA5}">
                      <a16:colId xmlns:a16="http://schemas.microsoft.com/office/drawing/2014/main" val="790630042"/>
                    </a:ext>
                  </a:extLst>
                </a:gridCol>
                <a:gridCol w="5118188">
                  <a:extLst>
                    <a:ext uri="{9D8B030D-6E8A-4147-A177-3AD203B41FA5}">
                      <a16:colId xmlns:a16="http://schemas.microsoft.com/office/drawing/2014/main" val="2208727745"/>
                    </a:ext>
                  </a:extLst>
                </a:gridCol>
                <a:gridCol w="819033">
                  <a:extLst>
                    <a:ext uri="{9D8B030D-6E8A-4147-A177-3AD203B41FA5}">
                      <a16:colId xmlns:a16="http://schemas.microsoft.com/office/drawing/2014/main" val="2458218175"/>
                    </a:ext>
                  </a:extLst>
                </a:gridCol>
                <a:gridCol w="552278">
                  <a:extLst>
                    <a:ext uri="{9D8B030D-6E8A-4147-A177-3AD203B41FA5}">
                      <a16:colId xmlns:a16="http://schemas.microsoft.com/office/drawing/2014/main" val="2342426069"/>
                    </a:ext>
                  </a:extLst>
                </a:gridCol>
              </a:tblGrid>
              <a:tr h="531853">
                <a:tc>
                  <a:txBody>
                    <a:bodyPr/>
                    <a:lstStyle/>
                    <a:p>
                      <a:pPr algn="ctr"/>
                      <a:r>
                        <a:rPr kumimoji="1" lang="ja-JP" altLang="en-US">
                          <a:solidFill>
                            <a:schemeClr val="tx1"/>
                          </a:solidFill>
                        </a:rPr>
                        <a:t>工程</a:t>
                      </a:r>
                    </a:p>
                  </a:txBody>
                  <a:tcPr anchor="ctr">
                    <a:solidFill>
                      <a:srgbClr val="FFC000"/>
                    </a:solidFill>
                  </a:tcPr>
                </a:tc>
                <a:tc>
                  <a:txBody>
                    <a:bodyPr/>
                    <a:lstStyle/>
                    <a:p>
                      <a:pPr algn="ctr"/>
                      <a:r>
                        <a:rPr kumimoji="1" lang="ja-JP" altLang="en-US">
                          <a:solidFill>
                            <a:schemeClr val="tx1"/>
                          </a:solidFill>
                        </a:rPr>
                        <a:t>ドキュメント成果物</a:t>
                      </a:r>
                    </a:p>
                  </a:txBody>
                  <a:tcPr anchor="ctr">
                    <a:solidFill>
                      <a:srgbClr val="FFC000"/>
                    </a:solidFill>
                  </a:tcPr>
                </a:tc>
                <a:tc>
                  <a:txBody>
                    <a:bodyPr/>
                    <a:lstStyle/>
                    <a:p>
                      <a:pPr algn="ctr"/>
                      <a:r>
                        <a:rPr kumimoji="1" lang="ja-JP" altLang="en-US">
                          <a:solidFill>
                            <a:schemeClr val="tx1"/>
                          </a:solidFill>
                        </a:rPr>
                        <a:t>内容</a:t>
                      </a:r>
                    </a:p>
                  </a:txBody>
                  <a:tcPr anchor="ctr">
                    <a:solidFill>
                      <a:srgbClr val="FFC000"/>
                    </a:solidFill>
                  </a:tcPr>
                </a:tc>
                <a:tc>
                  <a:txBody>
                    <a:bodyPr/>
                    <a:lstStyle/>
                    <a:p>
                      <a:pPr algn="ctr"/>
                      <a:r>
                        <a:rPr kumimoji="1" lang="ja-JP" altLang="en-US">
                          <a:solidFill>
                            <a:schemeClr val="tx1"/>
                          </a:solidFill>
                        </a:rPr>
                        <a:t>範囲</a:t>
                      </a:r>
                    </a:p>
                  </a:txBody>
                  <a:tcPr anchor="ctr">
                    <a:solidFill>
                      <a:srgbClr val="FFC000"/>
                    </a:solidFill>
                  </a:tcPr>
                </a:tc>
                <a:tc>
                  <a:txBody>
                    <a:bodyPr/>
                    <a:lstStyle/>
                    <a:p>
                      <a:pPr algn="ctr"/>
                      <a:r>
                        <a:rPr kumimoji="1" lang="ja-JP" altLang="en-US">
                          <a:solidFill>
                            <a:schemeClr val="tx1"/>
                          </a:solidFill>
                        </a:rPr>
                        <a:t>頁</a:t>
                      </a:r>
                    </a:p>
                  </a:txBody>
                  <a:tcPr anchor="ctr">
                    <a:solidFill>
                      <a:srgbClr val="FFC000"/>
                    </a:solidFill>
                  </a:tcPr>
                </a:tc>
                <a:extLst>
                  <a:ext uri="{0D108BD9-81ED-4DB2-BD59-A6C34878D82A}">
                    <a16:rowId xmlns:a16="http://schemas.microsoft.com/office/drawing/2014/main" val="570639703"/>
                  </a:ext>
                </a:extLst>
              </a:tr>
              <a:tr h="873760">
                <a:tc>
                  <a:txBody>
                    <a:bodyPr/>
                    <a:lstStyle/>
                    <a:p>
                      <a:r>
                        <a:rPr kumimoji="1" lang="ja-JP" altLang="en-US"/>
                        <a:t>要件定義</a:t>
                      </a:r>
                    </a:p>
                  </a:txBody>
                  <a:tcPr anchor="ctr">
                    <a:solidFill>
                      <a:srgbClr val="FFC000"/>
                    </a:solidFill>
                  </a:tcPr>
                </a:tc>
                <a:tc>
                  <a:txBody>
                    <a:bodyPr/>
                    <a:lstStyle/>
                    <a:p>
                      <a:r>
                        <a:rPr kumimoji="1" lang="ja-JP" altLang="en-US"/>
                        <a:t>要件定義書</a:t>
                      </a:r>
                    </a:p>
                  </a:txBody>
                  <a:tcPr anchor="ctr"/>
                </a:tc>
                <a:tc>
                  <a:txBody>
                    <a:bodyPr/>
                    <a:lstStyle/>
                    <a:p>
                      <a:r>
                        <a:rPr kumimoji="1" lang="ja-JP" altLang="en-US"/>
                        <a:t>要求概要、システムの目的、</a:t>
                      </a:r>
                      <a:endParaRPr kumimoji="1" lang="en-US" altLang="ja-JP" dirty="0"/>
                    </a:p>
                    <a:p>
                      <a:r>
                        <a:rPr kumimoji="1" lang="ja-JP" altLang="en-US"/>
                        <a:t>基本要件と優先順位、到達目標</a:t>
                      </a:r>
                      <a:endParaRPr kumimoji="1" lang="en-US" altLang="ja-JP" dirty="0"/>
                    </a:p>
                    <a:p>
                      <a:r>
                        <a:rPr kumimoji="1" lang="ja-JP" altLang="en-US"/>
                        <a:t>システムの実現手段、システム化の範囲</a:t>
                      </a:r>
                    </a:p>
                  </a:txBody>
                  <a:tcPr anchor="ctr"/>
                </a:tc>
                <a:tc>
                  <a:txBody>
                    <a:bodyPr/>
                    <a:lstStyle/>
                    <a:p>
                      <a:r>
                        <a:rPr kumimoji="1" lang="ja-JP" altLang="en-US"/>
                        <a:t>全体</a:t>
                      </a:r>
                    </a:p>
                  </a:txBody>
                  <a:tcPr anchor="ctr"/>
                </a:tc>
                <a:tc>
                  <a:txBody>
                    <a:bodyPr/>
                    <a:lstStyle/>
                    <a:p>
                      <a:endParaRPr kumimoji="1" lang="ja-JP" altLang="en-US"/>
                    </a:p>
                  </a:txBody>
                  <a:tcPr anchor="ctr"/>
                </a:tc>
                <a:extLst>
                  <a:ext uri="{0D108BD9-81ED-4DB2-BD59-A6C34878D82A}">
                    <a16:rowId xmlns:a16="http://schemas.microsoft.com/office/drawing/2014/main" val="3088372172"/>
                  </a:ext>
                </a:extLst>
              </a:tr>
              <a:tr h="518485">
                <a:tc rowSpan="6">
                  <a:txBody>
                    <a:bodyPr/>
                    <a:lstStyle/>
                    <a:p>
                      <a:pPr algn="ctr"/>
                      <a:r>
                        <a:rPr kumimoji="1" lang="ja-JP" altLang="en-US"/>
                        <a:t>基本設計</a:t>
                      </a:r>
                    </a:p>
                  </a:txBody>
                  <a:tcPr anchor="ctr">
                    <a:solidFill>
                      <a:srgbClr val="FFC000"/>
                    </a:solidFill>
                  </a:tcPr>
                </a:tc>
                <a:tc>
                  <a:txBody>
                    <a:bodyPr/>
                    <a:lstStyle/>
                    <a:p>
                      <a:r>
                        <a:rPr kumimoji="1" lang="ja-JP" altLang="en-US"/>
                        <a:t>業務フロー</a:t>
                      </a:r>
                      <a:endParaRPr kumimoji="1" lang="en-US" altLang="ja-JP" dirty="0"/>
                    </a:p>
                  </a:txBody>
                  <a:tcPr anchor="ctr"/>
                </a:tc>
                <a:tc>
                  <a:txBody>
                    <a:bodyPr/>
                    <a:lstStyle/>
                    <a:p>
                      <a:endParaRPr kumimoji="1" lang="ja-JP" altLang="en-US"/>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全体</a:t>
                      </a:r>
                    </a:p>
                  </a:txBody>
                  <a:tcPr anchor="ctr"/>
                </a:tc>
                <a:tc>
                  <a:txBody>
                    <a:bodyPr/>
                    <a:lstStyle/>
                    <a:p>
                      <a:endParaRPr kumimoji="1" lang="ja-JP" altLang="en-US"/>
                    </a:p>
                  </a:txBody>
                  <a:tcPr anchor="ctr"/>
                </a:tc>
                <a:extLst>
                  <a:ext uri="{0D108BD9-81ED-4DB2-BD59-A6C34878D82A}">
                    <a16:rowId xmlns:a16="http://schemas.microsoft.com/office/drawing/2014/main" val="2778574523"/>
                  </a:ext>
                </a:extLst>
              </a:tr>
              <a:tr h="421757">
                <a:tc vMerge="1">
                  <a:txBody>
                    <a:bodyPr/>
                    <a:lstStyle/>
                    <a:p>
                      <a:endParaRPr kumimoji="1" lang="ja-JP" altLang="en-US"/>
                    </a:p>
                  </a:txBody>
                  <a:tcPr/>
                </a:tc>
                <a:tc>
                  <a:txBody>
                    <a:bodyPr/>
                    <a:lstStyle/>
                    <a:p>
                      <a:r>
                        <a:rPr kumimoji="1" lang="ja-JP" altLang="en-US"/>
                        <a:t>設計書記述様式</a:t>
                      </a:r>
                    </a:p>
                  </a:txBody>
                  <a:tcPr anchor="ctr"/>
                </a:tc>
                <a:tc>
                  <a:txBody>
                    <a:bodyPr/>
                    <a:lstStyle/>
                    <a:p>
                      <a:endParaRPr kumimoji="1" lang="ja-JP" altLang="en-US"/>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全体</a:t>
                      </a:r>
                    </a:p>
                  </a:txBody>
                  <a:tcPr anchor="ctr"/>
                </a:tc>
                <a:tc>
                  <a:txBody>
                    <a:bodyPr/>
                    <a:lstStyle/>
                    <a:p>
                      <a:endParaRPr kumimoji="1" lang="ja-JP" altLang="en-US"/>
                    </a:p>
                  </a:txBody>
                  <a:tcPr anchor="ctr"/>
                </a:tc>
                <a:extLst>
                  <a:ext uri="{0D108BD9-81ED-4DB2-BD59-A6C34878D82A}">
                    <a16:rowId xmlns:a16="http://schemas.microsoft.com/office/drawing/2014/main" val="1841997032"/>
                  </a:ext>
                </a:extLst>
              </a:tr>
              <a:tr h="446377">
                <a:tc vMerge="1">
                  <a:txBody>
                    <a:bodyPr/>
                    <a:lstStyle/>
                    <a:p>
                      <a:endParaRPr kumimoji="1" lang="ja-JP" altLang="en-US"/>
                    </a:p>
                  </a:txBody>
                  <a:tcPr/>
                </a:tc>
                <a:tc>
                  <a:txBody>
                    <a:bodyPr/>
                    <a:lstStyle/>
                    <a:p>
                      <a:r>
                        <a:rPr kumimoji="1" lang="en-US" altLang="ja-JP" dirty="0"/>
                        <a:t>ER</a:t>
                      </a:r>
                      <a:r>
                        <a:rPr kumimoji="1" lang="ja-JP" altLang="en-US"/>
                        <a:t>図</a:t>
                      </a:r>
                    </a:p>
                  </a:txBody>
                  <a:tcPr anchor="ctr"/>
                </a:tc>
                <a:tc>
                  <a:txBody>
                    <a:bodyPr/>
                    <a:lstStyle/>
                    <a:p>
                      <a:endParaRPr kumimoji="1" lang="ja-JP" altLang="en-US"/>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全体</a:t>
                      </a:r>
                    </a:p>
                  </a:txBody>
                  <a:tcPr anchor="ctr"/>
                </a:tc>
                <a:tc>
                  <a:txBody>
                    <a:bodyPr/>
                    <a:lstStyle/>
                    <a:p>
                      <a:endParaRPr kumimoji="1" lang="ja-JP" altLang="en-US"/>
                    </a:p>
                  </a:txBody>
                  <a:tcPr anchor="ctr"/>
                </a:tc>
                <a:extLst>
                  <a:ext uri="{0D108BD9-81ED-4DB2-BD59-A6C34878D82A}">
                    <a16:rowId xmlns:a16="http://schemas.microsoft.com/office/drawing/2014/main" val="1319611144"/>
                  </a:ext>
                </a:extLst>
              </a:tr>
              <a:tr h="436880">
                <a:tc vMerge="1">
                  <a:txBody>
                    <a:bodyPr/>
                    <a:lstStyle/>
                    <a:p>
                      <a:endParaRPr kumimoji="1" lang="ja-JP" altLang="en-US"/>
                    </a:p>
                  </a:txBody>
                  <a:tcPr/>
                </a:tc>
                <a:tc>
                  <a:txBody>
                    <a:bodyPr/>
                    <a:lstStyle/>
                    <a:p>
                      <a:r>
                        <a:rPr kumimoji="1" lang="ja-JP" altLang="en-US"/>
                        <a:t>テーブル定義書</a:t>
                      </a:r>
                    </a:p>
                  </a:txBody>
                  <a:tcPr anchor="ctr"/>
                </a:tc>
                <a:tc>
                  <a:txBody>
                    <a:bodyPr/>
                    <a:lstStyle/>
                    <a:p>
                      <a:endParaRPr kumimoji="1" lang="ja-JP" altLang="en-US"/>
                    </a:p>
                  </a:txBody>
                  <a:tcPr anchor="ctr"/>
                </a:tc>
                <a:tc>
                  <a:txBody>
                    <a:bodyPr/>
                    <a:lstStyle/>
                    <a:p>
                      <a:r>
                        <a:rPr kumimoji="1" lang="ja-JP" altLang="en-US"/>
                        <a:t>全体</a:t>
                      </a:r>
                    </a:p>
                  </a:txBody>
                  <a:tcPr anchor="ctr"/>
                </a:tc>
                <a:tc>
                  <a:txBody>
                    <a:bodyPr/>
                    <a:lstStyle/>
                    <a:p>
                      <a:endParaRPr kumimoji="1" lang="ja-JP" altLang="en-US"/>
                    </a:p>
                  </a:txBody>
                  <a:tcPr anchor="ctr"/>
                </a:tc>
                <a:extLst>
                  <a:ext uri="{0D108BD9-81ED-4DB2-BD59-A6C34878D82A}">
                    <a16:rowId xmlns:a16="http://schemas.microsoft.com/office/drawing/2014/main" val="2873090343"/>
                  </a:ext>
                </a:extLst>
              </a:tr>
              <a:tr h="474870">
                <a:tc vMerge="1">
                  <a:txBody>
                    <a:bodyPr/>
                    <a:lstStyle/>
                    <a:p>
                      <a:endParaRPr kumimoji="1" lang="ja-JP" altLang="en-US"/>
                    </a:p>
                  </a:txBody>
                  <a:tcPr/>
                </a:tc>
                <a:tc>
                  <a:txBody>
                    <a:bodyPr/>
                    <a:lstStyle/>
                    <a:p>
                      <a:r>
                        <a:rPr kumimoji="1" lang="ja-JP" altLang="en-US"/>
                        <a:t>機能一覧表</a:t>
                      </a:r>
                    </a:p>
                  </a:txBody>
                  <a:tcPr anchor="ctr"/>
                </a:tc>
                <a:tc>
                  <a:txBody>
                    <a:bodyPr/>
                    <a:lstStyle/>
                    <a:p>
                      <a:endParaRPr kumimoji="1" lang="ja-JP" altLang="en-US"/>
                    </a:p>
                  </a:txBody>
                  <a:tcPr anchor="ctr"/>
                </a:tc>
                <a:tc>
                  <a:txBody>
                    <a:bodyPr/>
                    <a:lstStyle/>
                    <a:p>
                      <a:r>
                        <a:rPr kumimoji="1" lang="ja-JP" altLang="en-US"/>
                        <a:t>全体</a:t>
                      </a:r>
                    </a:p>
                  </a:txBody>
                  <a:tcPr anchor="ctr"/>
                </a:tc>
                <a:tc>
                  <a:txBody>
                    <a:bodyPr/>
                    <a:lstStyle/>
                    <a:p>
                      <a:endParaRPr kumimoji="1" lang="ja-JP" altLang="en-US"/>
                    </a:p>
                  </a:txBody>
                  <a:tcPr anchor="ctr"/>
                </a:tc>
                <a:extLst>
                  <a:ext uri="{0D108BD9-81ED-4DB2-BD59-A6C34878D82A}">
                    <a16:rowId xmlns:a16="http://schemas.microsoft.com/office/drawing/2014/main" val="1969607533"/>
                  </a:ext>
                </a:extLst>
              </a:tr>
              <a:tr h="474870">
                <a:tc vMerge="1">
                  <a:txBody>
                    <a:bodyPr/>
                    <a:lstStyle/>
                    <a:p>
                      <a:endParaRPr kumimoji="1" lang="ja-JP" altLang="en-US"/>
                    </a:p>
                  </a:txBody>
                  <a:tcPr/>
                </a:tc>
                <a:tc>
                  <a:txBody>
                    <a:bodyPr/>
                    <a:lstStyle/>
                    <a:p>
                      <a:r>
                        <a:rPr kumimoji="1" lang="ja-JP" altLang="en-US"/>
                        <a:t>基本設計書（外部設計書）</a:t>
                      </a:r>
                    </a:p>
                  </a:txBody>
                  <a:tcPr anchor="ctr"/>
                </a:tc>
                <a:tc>
                  <a:txBody>
                    <a:bodyPr/>
                    <a:lstStyle/>
                    <a:p>
                      <a:r>
                        <a:rPr kumimoji="1" lang="ja-JP" altLang="en-US"/>
                        <a:t>表紙、概要、</a:t>
                      </a:r>
                      <a:r>
                        <a:rPr kumimoji="1" lang="en-US" altLang="ja-JP" dirty="0"/>
                        <a:t>I/O</a:t>
                      </a:r>
                      <a:r>
                        <a:rPr kumimoji="1" lang="ja-JP" altLang="en-US"/>
                        <a:t>関連図、画面超表レイアウト</a:t>
                      </a:r>
                      <a:endParaRPr kumimoji="1" lang="en-US" altLang="ja-JP" dirty="0"/>
                    </a:p>
                  </a:txBody>
                  <a:tcPr anchor="ctr"/>
                </a:tc>
                <a:tc>
                  <a:txBody>
                    <a:bodyPr/>
                    <a:lstStyle/>
                    <a:p>
                      <a:r>
                        <a:rPr kumimoji="1" lang="ja-JP" altLang="en-US"/>
                        <a:t>個別</a:t>
                      </a:r>
                    </a:p>
                  </a:txBody>
                  <a:tcPr anchor="ctr"/>
                </a:tc>
                <a:tc>
                  <a:txBody>
                    <a:bodyPr/>
                    <a:lstStyle/>
                    <a:p>
                      <a:endParaRPr kumimoji="1" lang="ja-JP" altLang="en-US"/>
                    </a:p>
                  </a:txBody>
                  <a:tcPr anchor="ctr"/>
                </a:tc>
                <a:extLst>
                  <a:ext uri="{0D108BD9-81ED-4DB2-BD59-A6C34878D82A}">
                    <a16:rowId xmlns:a16="http://schemas.microsoft.com/office/drawing/2014/main" val="1236576826"/>
                  </a:ext>
                </a:extLst>
              </a:tr>
              <a:tr h="474870">
                <a:tc rowSpan="2">
                  <a:txBody>
                    <a:bodyPr/>
                    <a:lstStyle/>
                    <a:p>
                      <a:pPr algn="ctr"/>
                      <a:r>
                        <a:rPr kumimoji="1" lang="ja-JP" altLang="en-US"/>
                        <a:t>詳細設計</a:t>
                      </a:r>
                    </a:p>
                  </a:txBody>
                  <a:tcPr anchor="ctr">
                    <a:solidFill>
                      <a:srgbClr val="FFC000"/>
                    </a:solidFill>
                  </a:tcPr>
                </a:tc>
                <a:tc>
                  <a:txBody>
                    <a:bodyPr/>
                    <a:lstStyle/>
                    <a:p>
                      <a:r>
                        <a:rPr kumimoji="1" lang="ja-JP" altLang="en-US"/>
                        <a:t>画面推移図</a:t>
                      </a:r>
                    </a:p>
                  </a:txBody>
                  <a:tcPr anchor="ctr"/>
                </a:tc>
                <a:tc>
                  <a:txBody>
                    <a:bodyPr/>
                    <a:lstStyle/>
                    <a:p>
                      <a:endParaRPr kumimoji="1" lang="ja-JP" altLang="en-US"/>
                    </a:p>
                  </a:txBody>
                  <a:tcPr anchor="ctr"/>
                </a:tc>
                <a:tc>
                  <a:txBody>
                    <a:bodyPr/>
                    <a:lstStyle/>
                    <a:p>
                      <a:r>
                        <a:rPr kumimoji="1" lang="ja-JP" altLang="en-US"/>
                        <a:t>全体</a:t>
                      </a:r>
                    </a:p>
                  </a:txBody>
                  <a:tcPr anchor="ctr"/>
                </a:tc>
                <a:tc>
                  <a:txBody>
                    <a:bodyPr/>
                    <a:lstStyle/>
                    <a:p>
                      <a:endParaRPr kumimoji="1" lang="ja-JP" altLang="en-US"/>
                    </a:p>
                  </a:txBody>
                  <a:tcPr anchor="ctr"/>
                </a:tc>
                <a:extLst>
                  <a:ext uri="{0D108BD9-81ED-4DB2-BD59-A6C34878D82A}">
                    <a16:rowId xmlns:a16="http://schemas.microsoft.com/office/drawing/2014/main" val="656390601"/>
                  </a:ext>
                </a:extLst>
              </a:tr>
              <a:tr h="474870">
                <a:tc vMerge="1">
                  <a:txBody>
                    <a:bodyPr/>
                    <a:lstStyle/>
                    <a:p>
                      <a:pPr algn="ctr"/>
                      <a:endParaRPr kumimoji="1" lang="ja-JP" altLang="en-US"/>
                    </a:p>
                  </a:txBody>
                  <a:tcPr anchor="ctr"/>
                </a:tc>
                <a:tc>
                  <a:txBody>
                    <a:bodyPr/>
                    <a:lstStyle/>
                    <a:p>
                      <a:r>
                        <a:rPr kumimoji="1" lang="ja-JP" altLang="en-US"/>
                        <a:t>詳細設計書（内部設計書）</a:t>
                      </a:r>
                    </a:p>
                  </a:txBody>
                  <a:tcPr anchor="ctr"/>
                </a:tc>
                <a:tc>
                  <a:txBody>
                    <a:bodyPr/>
                    <a:lstStyle/>
                    <a:p>
                      <a:r>
                        <a:rPr kumimoji="1" lang="ja-JP" altLang="en-US"/>
                        <a:t>項目説明書、バッチフロー、更新仕様書、細く説明</a:t>
                      </a:r>
                    </a:p>
                  </a:txBody>
                  <a:tcPr anchor="ctr"/>
                </a:tc>
                <a:tc>
                  <a:txBody>
                    <a:bodyPr/>
                    <a:lstStyle/>
                    <a:p>
                      <a:r>
                        <a:rPr kumimoji="1" lang="ja-JP" altLang="en-US"/>
                        <a:t>個別</a:t>
                      </a:r>
                    </a:p>
                  </a:txBody>
                  <a:tcPr anchor="ctr"/>
                </a:tc>
                <a:tc>
                  <a:txBody>
                    <a:bodyPr/>
                    <a:lstStyle/>
                    <a:p>
                      <a:endParaRPr kumimoji="1" lang="ja-JP" altLang="en-US"/>
                    </a:p>
                  </a:txBody>
                  <a:tcPr anchor="ctr"/>
                </a:tc>
                <a:extLst>
                  <a:ext uri="{0D108BD9-81ED-4DB2-BD59-A6C34878D82A}">
                    <a16:rowId xmlns:a16="http://schemas.microsoft.com/office/drawing/2014/main" val="43928987"/>
                  </a:ext>
                </a:extLst>
              </a:tr>
            </a:tbl>
          </a:graphicData>
        </a:graphic>
      </p:graphicFrame>
    </p:spTree>
    <p:extLst>
      <p:ext uri="{BB962C8B-B14F-4D97-AF65-F5344CB8AC3E}">
        <p14:creationId xmlns:p14="http://schemas.microsoft.com/office/powerpoint/2010/main" val="914520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523752" y="0"/>
            <a:ext cx="10749367" cy="1208868"/>
          </a:xfrm>
        </p:spPr>
        <p:txBody>
          <a:bodyPr rtlCol="0">
            <a:normAutofit/>
          </a:bodyPr>
          <a:lstStyle/>
          <a:p>
            <a:pPr lvl="0" rtl="0"/>
            <a:r>
              <a:rPr lang="ja-JP" altLang="en-US" sz="3400">
                <a:cs typeface="Arial" panose="020B0604020202020204" pitchFamily="34" charset="0"/>
              </a:rPr>
              <a:t>コメントにフィードバックを送る</a:t>
            </a:r>
          </a:p>
        </p:txBody>
      </p:sp>
      <p:sp>
        <p:nvSpPr>
          <p:cNvPr id="7" name="コンテンツ プレースホルダー 6"/>
          <p:cNvSpPr>
            <a:spLocks noGrp="1"/>
          </p:cNvSpPr>
          <p:nvPr>
            <p:ph idx="1"/>
          </p:nvPr>
        </p:nvSpPr>
        <p:spPr>
          <a:xfrm>
            <a:off x="649945" y="1731495"/>
            <a:ext cx="7022443" cy="3349729"/>
          </a:xfrm>
        </p:spPr>
        <p:txBody>
          <a:bodyPr rtlCol="0">
            <a:normAutofit/>
          </a:bodyPr>
          <a:lstStyle/>
          <a:p>
            <a:pPr rtl="0"/>
            <a:r>
              <a:rPr lang="ja-JP" altLang="en-US">
                <a:cs typeface="Arial" panose="020B0604020202020204" pitchFamily="34" charset="0"/>
              </a:rPr>
              <a:t>コメントはスレッドとして構成されるため、スライドの内容について簡単に議論することができます。これにより、フィードバックをすばやく追加できます。</a:t>
            </a:r>
          </a:p>
          <a:p>
            <a:pPr rtl="0"/>
            <a:r>
              <a:rPr lang="ja-JP" altLang="en-US">
                <a:cs typeface="Arial" panose="020B0604020202020204" pitchFamily="34" charset="0"/>
              </a:rPr>
              <a:t>実際に操作してみましょう。</a:t>
            </a:r>
          </a:p>
          <a:p>
            <a:pPr marL="342900" lvl="0" indent="-342900" rtl="0">
              <a:buFont typeface="+mj-lt"/>
              <a:buAutoNum type="arabicPeriod"/>
            </a:pPr>
            <a:r>
              <a:rPr lang="ja-JP" altLang="en-US">
                <a:cs typeface="Arial" panose="020B0604020202020204" pitchFamily="34" charset="0"/>
              </a:rPr>
              <a:t>この段落内のいずれかの場所を選び、</a:t>
            </a:r>
            <a:r>
              <a:rPr lang="en-US" altLang="ja-JP">
                <a:cs typeface="Arial" panose="020B0604020202020204" pitchFamily="34" charset="0"/>
              </a:rPr>
              <a:t>[</a:t>
            </a:r>
            <a:r>
              <a:rPr lang="ja-JP" altLang="en-US" b="1">
                <a:cs typeface="Arial" panose="020B0604020202020204" pitchFamily="34" charset="0"/>
              </a:rPr>
              <a:t>校閲</a:t>
            </a:r>
            <a:r>
              <a:rPr lang="en-US" altLang="ja-JP">
                <a:cs typeface="Arial" panose="020B0604020202020204" pitchFamily="34" charset="0"/>
              </a:rPr>
              <a:t>] </a:t>
            </a:r>
            <a:r>
              <a:rPr lang="ja-JP" altLang="en-US">
                <a:cs typeface="Arial" panose="020B0604020202020204" pitchFamily="34" charset="0"/>
              </a:rPr>
              <a:t>タブを選択します。</a:t>
            </a:r>
          </a:p>
          <a:p>
            <a:pPr marL="342900" indent="-342900" rtl="0">
              <a:buFont typeface="+mj-lt"/>
              <a:buAutoNum type="arabicPeriod"/>
            </a:pPr>
            <a:r>
              <a:rPr lang="en-US" altLang="ja-JP">
                <a:cs typeface="Arial" panose="020B0604020202020204" pitchFamily="34" charset="0"/>
              </a:rPr>
              <a:t>[</a:t>
            </a:r>
            <a:r>
              <a:rPr lang="ja-JP" altLang="en-US" b="1">
                <a:cs typeface="Arial" panose="020B0604020202020204" pitchFamily="34" charset="0"/>
              </a:rPr>
              <a:t>新しいコメント</a:t>
            </a:r>
            <a:r>
              <a:rPr lang="en-US" altLang="ja-JP">
                <a:cs typeface="Arial" panose="020B0604020202020204" pitchFamily="34" charset="0"/>
              </a:rPr>
              <a:t>]        </a:t>
            </a:r>
            <a:r>
              <a:rPr lang="ja-JP" altLang="en-US">
                <a:cs typeface="Arial" panose="020B0604020202020204" pitchFamily="34" charset="0"/>
              </a:rPr>
              <a:t>を選択して、コメントを入力します。</a:t>
            </a:r>
          </a:p>
          <a:p>
            <a:pPr marL="342900" indent="-342900" rtl="0">
              <a:buFont typeface="+mj-lt"/>
              <a:buAutoNum type="arabicPeriod"/>
            </a:pPr>
            <a:r>
              <a:rPr lang="en-US" altLang="ja-JP">
                <a:cs typeface="Arial" panose="020B0604020202020204" pitchFamily="34" charset="0"/>
              </a:rPr>
              <a:t>[</a:t>
            </a:r>
            <a:r>
              <a:rPr lang="ja-JP" altLang="en-US" b="1">
                <a:cs typeface="Arial" panose="020B0604020202020204" pitchFamily="34" charset="0"/>
              </a:rPr>
              <a:t>返信</a:t>
            </a:r>
            <a:r>
              <a:rPr lang="en-US" altLang="ja-JP">
                <a:cs typeface="Arial" panose="020B0604020202020204" pitchFamily="34" charset="0"/>
              </a:rPr>
              <a:t>] </a:t>
            </a:r>
            <a:r>
              <a:rPr lang="ja-JP" altLang="en-US">
                <a:cs typeface="Arial" panose="020B0604020202020204" pitchFamily="34" charset="0"/>
              </a:rPr>
              <a:t>を選択して、返信を入力します。</a:t>
            </a:r>
          </a:p>
        </p:txBody>
      </p:sp>
      <p:pic>
        <p:nvPicPr>
          <p:cNvPr id="9" name="画像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8731" y="4851781"/>
            <a:ext cx="4146761" cy="503728"/>
          </a:xfrm>
          <a:prstGeom prst="rect">
            <a:avLst/>
          </a:prstGeom>
        </p:spPr>
      </p:pic>
      <p:sp>
        <p:nvSpPr>
          <p:cNvPr id="11" name="コンテンツ プレースホルダー 7"/>
          <p:cNvSpPr txBox="1">
            <a:spLocks/>
          </p:cNvSpPr>
          <p:nvPr/>
        </p:nvSpPr>
        <p:spPr>
          <a:xfrm>
            <a:off x="649944" y="5444468"/>
            <a:ext cx="10393975" cy="889317"/>
          </a:xfrm>
          <a:prstGeom prst="rect">
            <a:avLst/>
          </a:prstGeom>
        </p:spPr>
        <p:txBody>
          <a:bodyPr vert="horz" lIns="0" tIns="0" rIns="0" bIns="0" rtlCol="0">
            <a:noAutofit/>
          </a:bodyPr>
          <a:lstStyle>
            <a:lvl1pPr marL="0" indent="0" algn="l" defTabSz="914400" rtl="0" eaLnBrk="1" latinLnBrk="0" hangingPunct="1">
              <a:lnSpc>
                <a:spcPct val="130000"/>
              </a:lnSpc>
              <a:spcBef>
                <a:spcPts val="500"/>
              </a:spcBef>
              <a:spcAft>
                <a:spcPts val="1000"/>
              </a:spcAft>
              <a:buFont typeface="Arial" panose="020B0604020202020204" pitchFamily="34" charset="0"/>
              <a:buNone/>
              <a:defRPr sz="1600" kern="1200" baseline="0">
                <a:solidFill>
                  <a:schemeClr val="tx1">
                    <a:lumMod val="65000"/>
                    <a:lumOff val="35000"/>
                  </a:schemeClr>
                </a:solidFill>
                <a:latin typeface="+mn-lt"/>
                <a:ea typeface="+mn-ea"/>
                <a:cs typeface="+mn-cs"/>
              </a:defRPr>
            </a:lvl1pPr>
            <a:lvl2pPr marL="685800" indent="-228600" algn="l" defTabSz="914400" rtl="0" eaLnBrk="1" latinLnBrk="0" hangingPunct="1">
              <a:lnSpc>
                <a:spcPct val="130000"/>
              </a:lnSpc>
              <a:spcBef>
                <a:spcPts val="500"/>
              </a:spcBef>
              <a:spcAft>
                <a:spcPts val="1000"/>
              </a:spcAft>
              <a:buFont typeface="Arial" panose="020B0604020202020204" pitchFamily="34" charset="0"/>
              <a:buChar char="•"/>
              <a:defRPr sz="1400" kern="1200" baseline="0">
                <a:solidFill>
                  <a:schemeClr val="tx1">
                    <a:lumMod val="65000"/>
                    <a:lumOff val="35000"/>
                  </a:schemeClr>
                </a:solidFill>
                <a:latin typeface="+mn-lt"/>
                <a:ea typeface="+mn-ea"/>
                <a:cs typeface="+mn-cs"/>
              </a:defRPr>
            </a:lvl2pPr>
            <a:lvl3pPr marL="1143000" indent="-228600" algn="l" defTabSz="914400" rtl="0" eaLnBrk="1" latinLnBrk="0" hangingPunct="1">
              <a:lnSpc>
                <a:spcPct val="130000"/>
              </a:lnSpc>
              <a:spcBef>
                <a:spcPct val="30000"/>
              </a:spcBef>
              <a:spcAft>
                <a:spcPts val="1000"/>
              </a:spcAft>
              <a:buFont typeface="Arial" panose="020B0604020202020204" pitchFamily="34" charset="0"/>
              <a:buChar char="•"/>
              <a:defRPr sz="1200" kern="1200" baseline="0">
                <a:solidFill>
                  <a:schemeClr val="tx1">
                    <a:lumMod val="65000"/>
                    <a:lumOff val="35000"/>
                  </a:schemeClr>
                </a:solidFill>
                <a:latin typeface="+mn-lt"/>
                <a:ea typeface="+mn-ea"/>
                <a:cs typeface="+mn-cs"/>
              </a:defRPr>
            </a:lvl3pPr>
            <a:lvl4pPr marL="1600200" indent="-228600" algn="l" defTabSz="914400" rtl="0" eaLnBrk="1" latinLnBrk="0" hangingPunct="1">
              <a:lnSpc>
                <a:spcPct val="130000"/>
              </a:lnSpc>
              <a:spcBef>
                <a:spcPct val="30000"/>
              </a:spcBef>
              <a:spcAft>
                <a:spcPts val="1000"/>
              </a:spcAft>
              <a:buFont typeface="Arial" panose="020B0604020202020204" pitchFamily="34" charset="0"/>
              <a:buChar char="•"/>
              <a:defRPr sz="1100" kern="1200" baseline="0">
                <a:solidFill>
                  <a:schemeClr val="tx1">
                    <a:lumMod val="65000"/>
                    <a:lumOff val="35000"/>
                  </a:schemeClr>
                </a:solidFill>
                <a:latin typeface="+mn-lt"/>
                <a:ea typeface="+mn-ea"/>
                <a:cs typeface="+mn-cs"/>
              </a:defRPr>
            </a:lvl4pPr>
            <a:lvl5pPr marL="2057400" indent="-228600" algn="l" defTabSz="914400" rtl="0" eaLnBrk="1" latinLnBrk="0" hangingPunct="1">
              <a:lnSpc>
                <a:spcPct val="130000"/>
              </a:lnSpc>
              <a:spcBef>
                <a:spcPct val="30000"/>
              </a:spcBef>
              <a:spcAft>
                <a:spcPts val="1000"/>
              </a:spcAft>
              <a:buFont typeface="Arial" panose="020B0604020202020204" pitchFamily="34" charset="0"/>
              <a:buChar char="•"/>
              <a:defRPr sz="1100" kern="1200" baseline="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rtl="0">
              <a:spcBef>
                <a:spcPts val="4100"/>
              </a:spcBef>
            </a:pPr>
            <a:r>
              <a:rPr lang="ja-JP" altLang="en-US" b="1">
                <a:latin typeface="Meiryo UI" panose="020B0604030504040204" pitchFamily="50" charset="-128"/>
                <a:ea typeface="Meiryo UI" panose="020B0604030504040204" pitchFamily="50" charset="-128"/>
                <a:cs typeface="Arial" panose="020B0604020202020204" pitchFamily="34" charset="0"/>
              </a:rPr>
              <a:t>ヒント</a:t>
            </a:r>
            <a:r>
              <a:rPr lang="en-US" altLang="ja-JP" b="1">
                <a:latin typeface="Meiryo UI" panose="020B0604030504040204" pitchFamily="50" charset="-128"/>
                <a:ea typeface="Meiryo UI" panose="020B0604030504040204" pitchFamily="50" charset="-128"/>
                <a:cs typeface="Arial" panose="020B0604020202020204" pitchFamily="34" charset="0"/>
              </a:rPr>
              <a:t>: </a:t>
            </a:r>
            <a:r>
              <a:rPr lang="ja-JP" altLang="en-US">
                <a:latin typeface="Meiryo UI" panose="020B0604030504040204" pitchFamily="50" charset="-128"/>
                <a:ea typeface="Meiryo UI" panose="020B0604030504040204" pitchFamily="50" charset="-128"/>
                <a:cs typeface="Arial" panose="020B0604020202020204" pitchFamily="34" charset="0"/>
              </a:rPr>
              <a:t>プレゼンテーション内のコメントをすばやく表示したい場合は、画面の下部にある</a:t>
            </a:r>
            <a:br>
              <a:rPr lang="ja-JP" altLang="en-US">
                <a:latin typeface="Meiryo UI" panose="020B0604030504040204" pitchFamily="50" charset="-128"/>
                <a:ea typeface="Meiryo UI" panose="020B0604030504040204" pitchFamily="50" charset="-128"/>
                <a:cs typeface="Arial" panose="020B0604020202020204" pitchFamily="34" charset="0"/>
              </a:rPr>
            </a:br>
            <a:r>
              <a:rPr lang="ja-JP" altLang="en-US" b="1">
                <a:latin typeface="Meiryo UI" panose="020B0604030504040204" pitchFamily="50" charset="-128"/>
                <a:ea typeface="Meiryo UI" panose="020B0604030504040204" pitchFamily="50" charset="-128"/>
                <a:cs typeface="Arial" panose="020B0604020202020204" pitchFamily="34" charset="0"/>
              </a:rPr>
              <a:t>ステータス バー</a:t>
            </a:r>
            <a:r>
              <a:rPr lang="ja-JP" altLang="en-US">
                <a:latin typeface="Meiryo UI" panose="020B0604030504040204" pitchFamily="50" charset="-128"/>
                <a:ea typeface="Meiryo UI" panose="020B0604030504040204" pitchFamily="50" charset="-128"/>
                <a:cs typeface="Arial" panose="020B0604020202020204" pitchFamily="34" charset="0"/>
              </a:rPr>
              <a:t>の </a:t>
            </a:r>
            <a:r>
              <a:rPr lang="en-US" altLang="ja-JP">
                <a:latin typeface="Meiryo UI" panose="020B0604030504040204" pitchFamily="50" charset="-128"/>
                <a:ea typeface="Meiryo UI" panose="020B0604030504040204" pitchFamily="50" charset="-128"/>
                <a:cs typeface="Arial" panose="020B0604020202020204" pitchFamily="34" charset="0"/>
              </a:rPr>
              <a:t>[</a:t>
            </a:r>
            <a:r>
              <a:rPr lang="ja-JP" altLang="en-US" b="1">
                <a:latin typeface="Meiryo UI" panose="020B0604030504040204" pitchFamily="50" charset="-128"/>
                <a:ea typeface="Meiryo UI" panose="020B0604030504040204" pitchFamily="50" charset="-128"/>
                <a:cs typeface="Arial" panose="020B0604020202020204" pitchFamily="34" charset="0"/>
              </a:rPr>
              <a:t>コメント</a:t>
            </a:r>
            <a:r>
              <a:rPr lang="en-US" altLang="ja-JP">
                <a:latin typeface="Meiryo UI" panose="020B0604030504040204" pitchFamily="50" charset="-128"/>
                <a:ea typeface="Meiryo UI" panose="020B0604030504040204" pitchFamily="50" charset="-128"/>
                <a:cs typeface="Arial" panose="020B0604020202020204" pitchFamily="34" charset="0"/>
              </a:rPr>
              <a:t>] </a:t>
            </a:r>
            <a:r>
              <a:rPr lang="ja-JP" altLang="en-US">
                <a:latin typeface="Meiryo UI" panose="020B0604030504040204" pitchFamily="50" charset="-128"/>
                <a:ea typeface="Meiryo UI" panose="020B0604030504040204" pitchFamily="50" charset="-128"/>
                <a:cs typeface="Arial" panose="020B0604020202020204" pitchFamily="34" charset="0"/>
              </a:rPr>
              <a:t>を選択するだけです。</a:t>
            </a:r>
          </a:p>
        </p:txBody>
      </p:sp>
      <p:pic>
        <p:nvPicPr>
          <p:cNvPr id="4" name="画像 3" descr="ロゴのクローズ アップ&#10;&#10;非常に高い精度で生成された説明">
            <a:extLst>
              <a:ext uri="{FF2B5EF4-FFF2-40B4-BE49-F238E27FC236}">
                <a16:creationId xmlns:a16="http://schemas.microsoft.com/office/drawing/2014/main" id="{41A2C312-C486-4398-890E-85024FB979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40562" y="3587313"/>
            <a:ext cx="352381" cy="304762"/>
          </a:xfrm>
          <a:prstGeom prst="rect">
            <a:avLst/>
          </a:prstGeom>
        </p:spPr>
      </p:pic>
      <p:pic>
        <p:nvPicPr>
          <p:cNvPr id="13" name="画像 12">
            <a:extLst>
              <a:ext uri="{FF2B5EF4-FFF2-40B4-BE49-F238E27FC236}">
                <a16:creationId xmlns:a16="http://schemas.microsoft.com/office/drawing/2014/main" id="{5D0C7020-70DF-403C-8E8C-383561EE350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01925" y="2250346"/>
            <a:ext cx="3733333" cy="971429"/>
          </a:xfrm>
          <a:prstGeom prst="rect">
            <a:avLst/>
          </a:prstGeom>
        </p:spPr>
      </p:pic>
      <p:grpSp>
        <p:nvGrpSpPr>
          <p:cNvPr id="12" name="グループ 11">
            <a:extLst>
              <a:ext uri="{FF2B5EF4-FFF2-40B4-BE49-F238E27FC236}">
                <a16:creationId xmlns:a16="http://schemas.microsoft.com/office/drawing/2014/main" id="{112FCF1B-A886-4E39-85B1-F73360C0D1A0}"/>
              </a:ext>
            </a:extLst>
          </p:cNvPr>
          <p:cNvGrpSpPr/>
          <p:nvPr/>
        </p:nvGrpSpPr>
        <p:grpSpPr>
          <a:xfrm>
            <a:off x="6565762" y="3329498"/>
            <a:ext cx="2540925" cy="2055764"/>
            <a:chOff x="6565762" y="3647901"/>
            <a:chExt cx="2540925" cy="2055764"/>
          </a:xfrm>
        </p:grpSpPr>
        <p:pic>
          <p:nvPicPr>
            <p:cNvPr id="10" name="画像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65762" y="3647901"/>
              <a:ext cx="2540925" cy="2055764"/>
            </a:xfrm>
            <a:prstGeom prst="rect">
              <a:avLst/>
            </a:prstGeom>
          </p:spPr>
        </p:pic>
        <p:pic>
          <p:nvPicPr>
            <p:cNvPr id="8" name="画像 7">
              <a:extLst>
                <a:ext uri="{FF2B5EF4-FFF2-40B4-BE49-F238E27FC236}">
                  <a16:creationId xmlns:a16="http://schemas.microsoft.com/office/drawing/2014/main" id="{C01038F9-BEB1-45B3-A9AD-6CC0B109ED9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681942" y="3976461"/>
              <a:ext cx="2309657" cy="229328"/>
            </a:xfrm>
            <a:prstGeom prst="rect">
              <a:avLst/>
            </a:prstGeom>
          </p:spPr>
        </p:pic>
      </p:grpSp>
    </p:spTree>
    <p:extLst>
      <p:ext uri="{BB962C8B-B14F-4D97-AF65-F5344CB8AC3E}">
        <p14:creationId xmlns:p14="http://schemas.microsoft.com/office/powerpoint/2010/main" val="3887676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523752" y="0"/>
            <a:ext cx="10749367" cy="1208868"/>
          </a:xfrm>
        </p:spPr>
        <p:txBody>
          <a:bodyPr rtlCol="0">
            <a:normAutofit/>
          </a:bodyPr>
          <a:lstStyle/>
          <a:p>
            <a:pPr lvl="0" rtl="0"/>
            <a:r>
              <a:rPr lang="ja-JP" altLang="en-US" sz="3400">
                <a:cs typeface="Arial" panose="020B0604020202020204" pitchFamily="34" charset="0"/>
              </a:rPr>
              <a:t>共同作業対応の設計</a:t>
            </a:r>
          </a:p>
        </p:txBody>
      </p:sp>
      <p:sp>
        <p:nvSpPr>
          <p:cNvPr id="7" name="コンテンツ プレースホルダー 6"/>
          <p:cNvSpPr>
            <a:spLocks noGrp="1"/>
          </p:cNvSpPr>
          <p:nvPr>
            <p:ph idx="1"/>
          </p:nvPr>
        </p:nvSpPr>
        <p:spPr>
          <a:xfrm>
            <a:off x="667873" y="1731495"/>
            <a:ext cx="7561727" cy="4344839"/>
          </a:xfrm>
        </p:spPr>
        <p:txBody>
          <a:bodyPr rtlCol="0">
            <a:noAutofit/>
          </a:bodyPr>
          <a:lstStyle/>
          <a:p>
            <a:pPr rtl="0">
              <a:lnSpc>
                <a:spcPct val="100000"/>
              </a:lnSpc>
            </a:pPr>
            <a:r>
              <a:rPr lang="ja-JP" altLang="en-US" dirty="0">
                <a:cs typeface="Arial" panose="020B0604020202020204" pitchFamily="34" charset="0"/>
              </a:rPr>
              <a:t>オンラインで文書が保存されていると、その文書に対してグループで同時に共同作業できます。</a:t>
            </a:r>
          </a:p>
          <a:p>
            <a:pPr rtl="0">
              <a:lnSpc>
                <a:spcPct val="100000"/>
              </a:lnSpc>
            </a:pPr>
            <a:r>
              <a:rPr lang="ja-JP" altLang="en-US" dirty="0">
                <a:cs typeface="Arial" panose="020B0604020202020204" pitchFamily="34" charset="0"/>
              </a:rPr>
              <a:t>説明</a:t>
            </a:r>
            <a:r>
              <a:rPr lang="en-US" altLang="ja-JP" dirty="0">
                <a:cs typeface="Arial" panose="020B0604020202020204" pitchFamily="34" charset="0"/>
              </a:rPr>
              <a:t>:</a:t>
            </a:r>
            <a:endParaRPr lang="ja-JP" altLang="en-US" dirty="0">
              <a:cs typeface="Arial" panose="020B0604020202020204" pitchFamily="34" charset="0"/>
            </a:endParaRPr>
          </a:p>
          <a:p>
            <a:pPr marL="342900" lvl="0" indent="-342900" rtl="0">
              <a:lnSpc>
                <a:spcPct val="100000"/>
              </a:lnSpc>
              <a:buFont typeface="+mj-lt"/>
              <a:buAutoNum type="arabicPeriod"/>
            </a:pPr>
            <a:r>
              <a:rPr lang="en-US" altLang="ja-JP" dirty="0">
                <a:cs typeface="Arial" panose="020B0604020202020204" pitchFamily="34" charset="0"/>
              </a:rPr>
              <a:t>[</a:t>
            </a:r>
            <a:r>
              <a:rPr lang="ja-JP" altLang="en-US" b="1" dirty="0">
                <a:cs typeface="Arial" panose="020B0604020202020204" pitchFamily="34" charset="0"/>
              </a:rPr>
              <a:t>ファイル</a:t>
            </a:r>
            <a:r>
              <a:rPr lang="en-US" altLang="ja-JP" dirty="0">
                <a:cs typeface="Arial" panose="020B0604020202020204" pitchFamily="34" charset="0"/>
              </a:rPr>
              <a:t>]</a:t>
            </a:r>
            <a:r>
              <a:rPr lang="ja-JP" altLang="en-US" dirty="0" err="1">
                <a:cs typeface="Arial" panose="020B0604020202020204" pitchFamily="34" charset="0"/>
              </a:rPr>
              <a:t>、</a:t>
            </a:r>
            <a:r>
              <a:rPr lang="en-US" altLang="ja-JP" dirty="0">
                <a:cs typeface="Arial" panose="020B0604020202020204" pitchFamily="34" charset="0"/>
              </a:rPr>
              <a:t>[</a:t>
            </a:r>
            <a:r>
              <a:rPr lang="ja-JP" altLang="en-US" b="1" dirty="0">
                <a:cs typeface="Arial" panose="020B0604020202020204" pitchFamily="34" charset="0"/>
              </a:rPr>
              <a:t>名前を付けて保存</a:t>
            </a:r>
            <a:r>
              <a:rPr lang="en-US" altLang="ja-JP" dirty="0">
                <a:cs typeface="Arial" panose="020B0604020202020204" pitchFamily="34" charset="0"/>
              </a:rPr>
              <a:t>] </a:t>
            </a:r>
            <a:r>
              <a:rPr lang="ja-JP" altLang="en-US" dirty="0">
                <a:cs typeface="Arial" panose="020B0604020202020204" pitchFamily="34" charset="0"/>
              </a:rPr>
              <a:t>の順に選択して、</a:t>
            </a:r>
            <a:r>
              <a:rPr lang="en-US" altLang="ja-JP" dirty="0">
                <a:cs typeface="Arial" panose="020B0604020202020204" pitchFamily="34" charset="0"/>
              </a:rPr>
              <a:t>OneDrive </a:t>
            </a:r>
            <a:r>
              <a:rPr lang="ja-JP" altLang="en-US" dirty="0">
                <a:cs typeface="Arial" panose="020B0604020202020204" pitchFamily="34" charset="0"/>
              </a:rPr>
              <a:t>などのオンラインの場所に文書を保存します。</a:t>
            </a:r>
          </a:p>
          <a:p>
            <a:pPr marL="342900" indent="-342900" rtl="0">
              <a:lnSpc>
                <a:spcPct val="100000"/>
              </a:lnSpc>
              <a:buFont typeface="+mj-lt"/>
              <a:buAutoNum type="arabicPeriod"/>
            </a:pPr>
            <a:r>
              <a:rPr lang="ja-JP" altLang="en-US" dirty="0"/>
              <a:t>リボンの上にある</a:t>
            </a:r>
            <a:r>
              <a:rPr lang="ja-JP" altLang="en-US" dirty="0">
                <a:cs typeface="Arial" panose="020B0604020202020204" pitchFamily="34" charset="0"/>
              </a:rPr>
              <a:t> </a:t>
            </a:r>
            <a:r>
              <a:rPr lang="en-US" altLang="ja-JP" dirty="0">
                <a:cs typeface="Arial" panose="020B0604020202020204" pitchFamily="34" charset="0"/>
              </a:rPr>
              <a:t>[</a:t>
            </a:r>
            <a:r>
              <a:rPr lang="ja-JP" altLang="en-US" b="1" dirty="0">
                <a:cs typeface="Arial" panose="020B0604020202020204" pitchFamily="34" charset="0"/>
              </a:rPr>
              <a:t>共有</a:t>
            </a:r>
            <a:r>
              <a:rPr lang="en-US" altLang="ja-JP" dirty="0">
                <a:cs typeface="Arial" panose="020B0604020202020204" pitchFamily="34" charset="0"/>
              </a:rPr>
              <a:t>] </a:t>
            </a:r>
            <a:r>
              <a:rPr lang="ja-JP" altLang="en-US" dirty="0">
                <a:cs typeface="Arial" panose="020B0604020202020204" pitchFamily="34" charset="0"/>
              </a:rPr>
              <a:t>を選びます。</a:t>
            </a:r>
          </a:p>
          <a:p>
            <a:pPr marL="342900" indent="-342900" rtl="0">
              <a:lnSpc>
                <a:spcPct val="100000"/>
              </a:lnSpc>
              <a:buFont typeface="+mj-lt"/>
              <a:buAutoNum type="arabicPeriod"/>
            </a:pPr>
            <a:r>
              <a:rPr lang="ja-JP" altLang="en-US" dirty="0">
                <a:cs typeface="Arial" panose="020B0604020202020204" pitchFamily="34" charset="0"/>
              </a:rPr>
              <a:t>ユーザーを招待するか、リンクを送信すると、そのユーザーも一緒に編集することができます。</a:t>
            </a:r>
          </a:p>
        </p:txBody>
      </p:sp>
      <p:pic>
        <p:nvPicPr>
          <p:cNvPr id="10" name="画像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25267" y="2726871"/>
            <a:ext cx="3618708" cy="2356756"/>
          </a:xfrm>
          <a:prstGeom prst="rect">
            <a:avLst/>
          </a:prstGeom>
        </p:spPr>
      </p:pic>
      <p:pic>
        <p:nvPicPr>
          <p:cNvPr id="4" name="画像 3">
            <a:extLst>
              <a:ext uri="{FF2B5EF4-FFF2-40B4-BE49-F238E27FC236}">
                <a16:creationId xmlns:a16="http://schemas.microsoft.com/office/drawing/2014/main" id="{37BA87CF-E277-A645-B0CF-DF469BEAB79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03242" y="3258138"/>
            <a:ext cx="542925" cy="228600"/>
          </a:xfrm>
          <a:prstGeom prst="rect">
            <a:avLst/>
          </a:prstGeom>
        </p:spPr>
      </p:pic>
      <p:pic>
        <p:nvPicPr>
          <p:cNvPr id="9" name="画像 8">
            <a:extLst>
              <a:ext uri="{FF2B5EF4-FFF2-40B4-BE49-F238E27FC236}">
                <a16:creationId xmlns:a16="http://schemas.microsoft.com/office/drawing/2014/main" id="{D7327A6C-7E56-4BAE-AE65-D701EFB9E71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6782" y="4164639"/>
            <a:ext cx="4771429" cy="2285714"/>
          </a:xfrm>
          <a:prstGeom prst="rect">
            <a:avLst/>
          </a:prstGeom>
        </p:spPr>
      </p:pic>
    </p:spTree>
    <p:extLst>
      <p:ext uri="{BB962C8B-B14F-4D97-AF65-F5344CB8AC3E}">
        <p14:creationId xmlns:p14="http://schemas.microsoft.com/office/powerpoint/2010/main" val="3766387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550646" y="0"/>
            <a:ext cx="10749367" cy="1208868"/>
          </a:xfrm>
        </p:spPr>
        <p:txBody>
          <a:bodyPr rtlCol="0">
            <a:normAutofit/>
          </a:bodyPr>
          <a:lstStyle/>
          <a:p>
            <a:pPr lvl="0" rtl="0"/>
            <a:r>
              <a:rPr lang="ja-JP" altLang="en-US" sz="3400">
                <a:cs typeface="Arial" panose="020B0604020202020204" pitchFamily="34" charset="0"/>
              </a:rPr>
              <a:t>選択ウィンドウで整理する</a:t>
            </a:r>
          </a:p>
        </p:txBody>
      </p:sp>
      <p:pic>
        <p:nvPicPr>
          <p:cNvPr id="9" name="画像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36873" y="2742223"/>
            <a:ext cx="3287122" cy="2984998"/>
          </a:xfrm>
          <a:prstGeom prst="rect">
            <a:avLst/>
          </a:prstGeom>
        </p:spPr>
      </p:pic>
      <p:sp>
        <p:nvSpPr>
          <p:cNvPr id="7" name="コンテンツ プレースホルダー 6"/>
          <p:cNvSpPr>
            <a:spLocks noGrp="1"/>
          </p:cNvSpPr>
          <p:nvPr>
            <p:ph idx="1"/>
          </p:nvPr>
        </p:nvSpPr>
        <p:spPr>
          <a:xfrm>
            <a:off x="838201" y="1825624"/>
            <a:ext cx="7570508" cy="4672285"/>
          </a:xfrm>
        </p:spPr>
        <p:txBody>
          <a:bodyPr rtlCol="0">
            <a:normAutofit fontScale="85000" lnSpcReduction="20000"/>
          </a:bodyPr>
          <a:lstStyle/>
          <a:p>
            <a:r>
              <a:rPr lang="ja-JP" altLang="en-US" b="1" dirty="0">
                <a:cs typeface="Arial" panose="020B0604020202020204" pitchFamily="34" charset="0"/>
              </a:rPr>
              <a:t>オブジェクトの選択と表示</a:t>
            </a:r>
            <a:r>
              <a:rPr lang="ja-JP" altLang="en-US" dirty="0">
                <a:cs typeface="Arial" panose="020B0604020202020204" pitchFamily="34" charset="0"/>
              </a:rPr>
              <a:t>は、画像、図形、テキスト ボックスなどのスライド上のオブジェクトを整理および管理するための優れたツールです。</a:t>
            </a:r>
            <a:r>
              <a:rPr lang="ja-JP" altLang="en-US" b="1" dirty="0">
                <a:cs typeface="Arial" panose="020B0604020202020204" pitchFamily="34" charset="0"/>
              </a:rPr>
              <a:t>オブジェクトの選択と表示</a:t>
            </a:r>
            <a:r>
              <a:rPr lang="ja-JP" altLang="en-US" dirty="0">
                <a:cs typeface="Arial" panose="020B0604020202020204" pitchFamily="34" charset="0"/>
              </a:rPr>
              <a:t>はサブスクリプションのみの機能です。</a:t>
            </a:r>
            <a:r>
              <a:rPr lang="en-US" altLang="ja-JP" dirty="0">
                <a:cs typeface="Arial" panose="020B0604020202020204" pitchFamily="34" charset="0"/>
              </a:rPr>
              <a:t>Office 365 </a:t>
            </a:r>
            <a:r>
              <a:rPr lang="ja-JP" altLang="en-US" dirty="0">
                <a:cs typeface="Arial" panose="020B0604020202020204" pitchFamily="34" charset="0"/>
              </a:rPr>
              <a:t>サブスクリプションをお持ちの場合に、ご利用いただけます。</a:t>
            </a:r>
          </a:p>
          <a:p>
            <a:pPr rtl="0"/>
            <a:r>
              <a:rPr lang="ja-JP" altLang="en-US" dirty="0">
                <a:cs typeface="Arial" panose="020B0604020202020204" pitchFamily="34" charset="0"/>
              </a:rPr>
              <a:t>実際に操作してみましょう。</a:t>
            </a:r>
          </a:p>
          <a:p>
            <a:pPr marL="342900" indent="-342900">
              <a:buFont typeface="+mj-lt"/>
              <a:buAutoNum type="arabicPeriod"/>
            </a:pPr>
            <a:r>
              <a:rPr lang="en-US" altLang="ja-JP" dirty="0">
                <a:cs typeface="Arial" panose="020B0604020202020204" pitchFamily="34" charset="0"/>
              </a:rPr>
              <a:t>[</a:t>
            </a:r>
            <a:r>
              <a:rPr lang="ja-JP" altLang="en-US" b="1" dirty="0">
                <a:cs typeface="Arial" panose="020B0604020202020204" pitchFamily="34" charset="0"/>
              </a:rPr>
              <a:t>ホーム</a:t>
            </a:r>
            <a:r>
              <a:rPr lang="en-US" altLang="ja-JP" dirty="0">
                <a:cs typeface="Arial" panose="020B0604020202020204" pitchFamily="34" charset="0"/>
              </a:rPr>
              <a:t>] </a:t>
            </a:r>
            <a:r>
              <a:rPr lang="ja-JP" altLang="en-US" dirty="0">
                <a:cs typeface="Arial" panose="020B0604020202020204" pitchFamily="34" charset="0"/>
              </a:rPr>
              <a:t>タブに移動して、</a:t>
            </a:r>
            <a:r>
              <a:rPr lang="en-US" altLang="ja-JP" dirty="0">
                <a:cs typeface="Arial" panose="020B0604020202020204" pitchFamily="34" charset="0"/>
              </a:rPr>
              <a:t>[</a:t>
            </a:r>
            <a:r>
              <a:rPr lang="ja-JP" altLang="en-US" b="1" dirty="0">
                <a:cs typeface="Arial" panose="020B0604020202020204" pitchFamily="34" charset="0"/>
              </a:rPr>
              <a:t>整列</a:t>
            </a:r>
            <a:r>
              <a:rPr lang="en-US" altLang="ja-JP" dirty="0">
                <a:cs typeface="Arial" panose="020B0604020202020204" pitchFamily="34" charset="0"/>
              </a:rPr>
              <a:t>]</a:t>
            </a:r>
            <a:r>
              <a:rPr lang="ja-JP" altLang="en-US" dirty="0" err="1">
                <a:cs typeface="Arial" panose="020B0604020202020204" pitchFamily="34" charset="0"/>
              </a:rPr>
              <a:t>、</a:t>
            </a:r>
            <a:r>
              <a:rPr lang="en-US" altLang="ja-JP" dirty="0">
                <a:cs typeface="Arial" panose="020B0604020202020204" pitchFamily="34" charset="0"/>
              </a:rPr>
              <a:t>[</a:t>
            </a:r>
            <a:r>
              <a:rPr lang="ja-JP" altLang="en-US" b="1" dirty="0">
                <a:cs typeface="Arial" panose="020B0604020202020204" pitchFamily="34" charset="0"/>
              </a:rPr>
              <a:t>選択ウイ</a:t>
            </a:r>
            <a:br>
              <a:rPr lang="en-US" altLang="ja-JP" b="1" dirty="0">
                <a:cs typeface="Arial" panose="020B0604020202020204" pitchFamily="34" charset="0"/>
              </a:rPr>
            </a:br>
            <a:r>
              <a:rPr lang="ja-JP" altLang="en-US" b="1" dirty="0">
                <a:cs typeface="Arial" panose="020B0604020202020204" pitchFamily="34" charset="0"/>
              </a:rPr>
              <a:t>ンドウ</a:t>
            </a:r>
            <a:r>
              <a:rPr lang="en-US" altLang="ja-JP" dirty="0">
                <a:cs typeface="Arial" panose="020B0604020202020204" pitchFamily="34" charset="0"/>
              </a:rPr>
              <a:t>] </a:t>
            </a:r>
            <a:r>
              <a:rPr lang="ja-JP" altLang="en-US" dirty="0">
                <a:cs typeface="Arial" panose="020B0604020202020204" pitchFamily="34" charset="0"/>
              </a:rPr>
              <a:t>の順に選択します。</a:t>
            </a:r>
          </a:p>
          <a:p>
            <a:pPr marL="342900" indent="-342900">
              <a:buFont typeface="+mj-lt"/>
              <a:buAutoNum type="arabicPeriod"/>
            </a:pPr>
            <a:r>
              <a:rPr lang="ja-JP" altLang="en-US" dirty="0">
                <a:cs typeface="Arial" panose="020B0604020202020204" pitchFamily="34" charset="0"/>
              </a:rPr>
              <a:t>オブジェクトの名前を変更します。</a:t>
            </a:r>
            <a:r>
              <a:rPr lang="en-US" altLang="ja-JP" dirty="0">
                <a:cs typeface="Arial" panose="020B0604020202020204" pitchFamily="34" charset="0"/>
              </a:rPr>
              <a:t>[</a:t>
            </a:r>
            <a:r>
              <a:rPr lang="ja-JP" altLang="en-US" b="1" dirty="0">
                <a:cs typeface="Arial" panose="020B0604020202020204" pitchFamily="34" charset="0"/>
              </a:rPr>
              <a:t>オブジェクト</a:t>
            </a:r>
            <a:br>
              <a:rPr lang="ja-JP" altLang="en-US" b="1" dirty="0">
                <a:cs typeface="Arial" panose="020B0604020202020204" pitchFamily="34" charset="0"/>
              </a:rPr>
            </a:br>
            <a:r>
              <a:rPr lang="ja-JP" altLang="en-US" b="1" dirty="0">
                <a:cs typeface="Arial" panose="020B0604020202020204" pitchFamily="34" charset="0"/>
              </a:rPr>
              <a:t>の選択と表示</a:t>
            </a:r>
            <a:r>
              <a:rPr lang="en-US" altLang="ja-JP" dirty="0">
                <a:cs typeface="Arial" panose="020B0604020202020204" pitchFamily="34" charset="0"/>
              </a:rPr>
              <a:t>] </a:t>
            </a:r>
            <a:r>
              <a:rPr lang="ja-JP" altLang="en-US" dirty="0">
                <a:cs typeface="Arial" panose="020B0604020202020204" pitchFamily="34" charset="0"/>
              </a:rPr>
              <a:t>で、</a:t>
            </a:r>
            <a:r>
              <a:rPr lang="en-US" altLang="ja-JP" dirty="0">
                <a:cs typeface="Arial" panose="020B0604020202020204" pitchFamily="34" charset="0"/>
              </a:rPr>
              <a:t>"</a:t>
            </a:r>
            <a:r>
              <a:rPr lang="ja-JP" altLang="en-US" dirty="0"/>
              <a:t>大きな灰色の長方形</a:t>
            </a:r>
            <a:r>
              <a:rPr lang="en-US" altLang="ja-JP" dirty="0">
                <a:cs typeface="Arial" panose="020B0604020202020204" pitchFamily="34" charset="0"/>
              </a:rPr>
              <a:t>" </a:t>
            </a:r>
            <a:br>
              <a:rPr lang="en-US" altLang="ja-JP" dirty="0">
                <a:cs typeface="Arial" panose="020B0604020202020204" pitchFamily="34" charset="0"/>
              </a:rPr>
            </a:br>
            <a:r>
              <a:rPr lang="ja-JP" altLang="en-US" dirty="0">
                <a:cs typeface="Arial" panose="020B0604020202020204" pitchFamily="34" charset="0"/>
              </a:rPr>
              <a:t>という名前をダブルクリックし、新しい名前を入力</a:t>
            </a:r>
            <a:br>
              <a:rPr lang="ja-JP" altLang="en-US" dirty="0">
                <a:cs typeface="Arial" panose="020B0604020202020204" pitchFamily="34" charset="0"/>
              </a:rPr>
            </a:br>
            <a:r>
              <a:rPr lang="ja-JP" altLang="en-US" dirty="0">
                <a:cs typeface="Arial" panose="020B0604020202020204" pitchFamily="34" charset="0"/>
              </a:rPr>
              <a:t>します。</a:t>
            </a:r>
          </a:p>
          <a:p>
            <a:pPr marL="342900" indent="-342900">
              <a:buFont typeface="+mj-lt"/>
              <a:buAutoNum type="arabicPeriod"/>
            </a:pPr>
            <a:r>
              <a:rPr lang="ja-JP" altLang="en-US" dirty="0">
                <a:cs typeface="Arial" panose="020B0604020202020204" pitchFamily="34" charset="0"/>
              </a:rPr>
              <a:t>オブジェクトの順番を変更します。</a:t>
            </a:r>
            <a:r>
              <a:rPr lang="en-US" altLang="ja-JP" dirty="0">
                <a:cs typeface="Arial" panose="020B0604020202020204" pitchFamily="34" charset="0"/>
              </a:rPr>
              <a:t>[</a:t>
            </a:r>
            <a:r>
              <a:rPr lang="ja-JP" altLang="en-US" b="1" dirty="0">
                <a:cs typeface="Arial" panose="020B0604020202020204" pitchFamily="34" charset="0"/>
              </a:rPr>
              <a:t>オブジェクトの</a:t>
            </a:r>
            <a:br>
              <a:rPr lang="ja-JP" altLang="en-US" b="1" dirty="0">
                <a:cs typeface="Arial" panose="020B0604020202020204" pitchFamily="34" charset="0"/>
              </a:rPr>
            </a:br>
            <a:r>
              <a:rPr lang="ja-JP" altLang="en-US" b="1" dirty="0">
                <a:cs typeface="Arial" panose="020B0604020202020204" pitchFamily="34" charset="0"/>
              </a:rPr>
              <a:t>選択と表示</a:t>
            </a:r>
            <a:r>
              <a:rPr lang="en-US" altLang="ja-JP" dirty="0">
                <a:cs typeface="Arial" panose="020B0604020202020204" pitchFamily="34" charset="0"/>
              </a:rPr>
              <a:t>] </a:t>
            </a:r>
            <a:r>
              <a:rPr lang="ja-JP" altLang="en-US" dirty="0">
                <a:cs typeface="Arial" panose="020B0604020202020204" pitchFamily="34" charset="0"/>
              </a:rPr>
              <a:t>で、大きな灰色の長方形をドラッグ </a:t>
            </a:r>
            <a:br>
              <a:rPr lang="ja-JP" altLang="en-US" dirty="0">
                <a:cs typeface="Arial" panose="020B0604020202020204" pitchFamily="34" charset="0"/>
              </a:rPr>
            </a:br>
            <a:r>
              <a:rPr lang="ja-JP" altLang="en-US" dirty="0">
                <a:cs typeface="Arial" panose="020B0604020202020204" pitchFamily="34" charset="0"/>
              </a:rPr>
              <a:t>アンド ドロップし、一番上に配置します。</a:t>
            </a:r>
          </a:p>
          <a:p>
            <a:pPr marL="342900" indent="-342900">
              <a:buFont typeface="+mj-lt"/>
              <a:buAutoNum type="arabicPeriod"/>
            </a:pPr>
            <a:r>
              <a:rPr lang="en-US" altLang="ja-JP" dirty="0">
                <a:cs typeface="Arial" panose="020B0604020202020204" pitchFamily="34" charset="0"/>
              </a:rPr>
              <a:t>[</a:t>
            </a:r>
            <a:r>
              <a:rPr lang="ja-JP" altLang="en-US" b="1" dirty="0">
                <a:cs typeface="Arial" panose="020B0604020202020204" pitchFamily="34" charset="0"/>
              </a:rPr>
              <a:t>オブジェクトの選択と表示</a:t>
            </a:r>
            <a:r>
              <a:rPr lang="en-US" altLang="ja-JP" dirty="0">
                <a:cs typeface="Arial" panose="020B0604020202020204" pitchFamily="34" charset="0"/>
              </a:rPr>
              <a:t>] </a:t>
            </a:r>
            <a:r>
              <a:rPr lang="ja-JP" altLang="en-US" dirty="0">
                <a:cs typeface="Arial" panose="020B0604020202020204" pitchFamily="34" charset="0"/>
              </a:rPr>
              <a:t>で、オブジェクトの表示</a:t>
            </a:r>
            <a:r>
              <a:rPr lang="en-US" altLang="ja-JP" dirty="0">
                <a:cs typeface="Arial" panose="020B0604020202020204" pitchFamily="34" charset="0"/>
              </a:rPr>
              <a:t>/</a:t>
            </a:r>
            <a:r>
              <a:rPr lang="ja-JP" altLang="en-US" dirty="0">
                <a:cs typeface="Arial" panose="020B0604020202020204" pitchFamily="34" charset="0"/>
              </a:rPr>
              <a:t>非表示を</a:t>
            </a:r>
            <a:br>
              <a:rPr lang="ja-JP" altLang="en-US" dirty="0">
                <a:cs typeface="Arial" panose="020B0604020202020204" pitchFamily="34" charset="0"/>
              </a:rPr>
            </a:br>
            <a:r>
              <a:rPr lang="ja-JP" altLang="en-US" dirty="0">
                <a:cs typeface="Arial" panose="020B0604020202020204" pitchFamily="34" charset="0"/>
              </a:rPr>
              <a:t>切り替えるには、</a:t>
            </a:r>
            <a:r>
              <a:rPr lang="en-US" altLang="ja-JP" dirty="0">
                <a:cs typeface="Arial" panose="020B0604020202020204" pitchFamily="34" charset="0"/>
              </a:rPr>
              <a:t>[</a:t>
            </a:r>
            <a:r>
              <a:rPr lang="ja-JP" altLang="en-US" dirty="0">
                <a:cs typeface="Arial" panose="020B0604020202020204" pitchFamily="34" charset="0"/>
              </a:rPr>
              <a:t>表示</a:t>
            </a:r>
            <a:r>
              <a:rPr lang="en-US" altLang="ja-JP" dirty="0">
                <a:cs typeface="Arial" panose="020B0604020202020204" pitchFamily="34" charset="0"/>
              </a:rPr>
              <a:t>/</a:t>
            </a:r>
            <a:r>
              <a:rPr lang="ja-JP" altLang="en-US" dirty="0">
                <a:cs typeface="Arial" panose="020B0604020202020204" pitchFamily="34" charset="0"/>
              </a:rPr>
              <a:t>非表示</a:t>
            </a:r>
            <a:r>
              <a:rPr lang="en-US" altLang="ja-JP" dirty="0">
                <a:cs typeface="Arial" panose="020B0604020202020204" pitchFamily="34" charset="0"/>
              </a:rPr>
              <a:t>] </a:t>
            </a:r>
            <a:r>
              <a:rPr lang="ja-JP" altLang="en-US" dirty="0">
                <a:cs typeface="Arial" panose="020B0604020202020204" pitchFamily="34" charset="0"/>
              </a:rPr>
              <a:t>チェック ボックスをクリックします。</a:t>
            </a:r>
          </a:p>
        </p:txBody>
      </p:sp>
      <p:sp>
        <p:nvSpPr>
          <p:cNvPr id="6" name="大きな灰色の長方形" descr="大きな灰色の長方形"/>
          <p:cNvSpPr/>
          <p:nvPr/>
        </p:nvSpPr>
        <p:spPr>
          <a:xfrm>
            <a:off x="8971719" y="1630837"/>
            <a:ext cx="2959726" cy="4940755"/>
          </a:xfrm>
          <a:prstGeom prst="rect">
            <a:avLst/>
          </a:prstGeom>
          <a:solidFill>
            <a:srgbClr val="EBEB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a:latin typeface="Meiryo UI" panose="020B0604030504040204" pitchFamily="50" charset="-128"/>
              <a:ea typeface="Meiryo UI" panose="020B0604030504040204" pitchFamily="50" charset="-128"/>
            </a:endParaRPr>
          </a:p>
        </p:txBody>
      </p:sp>
      <p:sp>
        <p:nvSpPr>
          <p:cNvPr id="8" name="小さな青い長方形" descr="小さな青い長方形"/>
          <p:cNvSpPr/>
          <p:nvPr/>
        </p:nvSpPr>
        <p:spPr>
          <a:xfrm>
            <a:off x="9281160" y="2836135"/>
            <a:ext cx="2332740" cy="2530158"/>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a:latin typeface="Meiryo UI" panose="020B0604030504040204" pitchFamily="50" charset="-128"/>
              <a:ea typeface="Meiryo UI" panose="020B0604030504040204" pitchFamily="50" charset="-128"/>
            </a:endParaRPr>
          </a:p>
        </p:txBody>
      </p:sp>
      <p:pic>
        <p:nvPicPr>
          <p:cNvPr id="10" name="画像 9" descr="表示設定を切り替える、選択ウィンドウの [表示/非表示] チェックボックス"/>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54772" y="5877379"/>
            <a:ext cx="543336" cy="359872"/>
          </a:xfrm>
          <a:prstGeom prst="rect">
            <a:avLst/>
          </a:prstGeom>
        </p:spPr>
      </p:pic>
    </p:spTree>
    <p:extLst>
      <p:ext uri="{BB962C8B-B14F-4D97-AF65-F5344CB8AC3E}">
        <p14:creationId xmlns:p14="http://schemas.microsoft.com/office/powerpoint/2010/main" val="395145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521309" y="0"/>
            <a:ext cx="10749367" cy="1208868"/>
          </a:xfrm>
        </p:spPr>
        <p:txBody>
          <a:bodyPr rtlCol="0">
            <a:normAutofit/>
          </a:bodyPr>
          <a:lstStyle/>
          <a:p>
            <a:pPr lvl="0" rtl="0"/>
            <a:r>
              <a:rPr lang="ja-JP" altLang="en-US" sz="3400">
                <a:cs typeface="Arial" panose="020B0604020202020204" pitchFamily="34" charset="0"/>
              </a:rPr>
              <a:t>中断した場所をピックアップする</a:t>
            </a:r>
          </a:p>
        </p:txBody>
      </p:sp>
      <p:sp>
        <p:nvSpPr>
          <p:cNvPr id="7" name="コンテンツ プレースホルダー 6"/>
          <p:cNvSpPr>
            <a:spLocks noGrp="1"/>
          </p:cNvSpPr>
          <p:nvPr>
            <p:ph idx="1"/>
          </p:nvPr>
        </p:nvSpPr>
        <p:spPr>
          <a:xfrm>
            <a:off x="624444" y="1630838"/>
            <a:ext cx="6886700" cy="4940754"/>
          </a:xfrm>
        </p:spPr>
        <p:txBody>
          <a:bodyPr rtlCol="0">
            <a:normAutofit/>
          </a:bodyPr>
          <a:lstStyle/>
          <a:p>
            <a:pPr rtl="0"/>
            <a:r>
              <a:rPr lang="en-US" altLang="ja-JP">
                <a:cs typeface="Arial" panose="020B0604020202020204" pitchFamily="34" charset="0"/>
              </a:rPr>
              <a:t>Office 365 </a:t>
            </a:r>
            <a:r>
              <a:rPr lang="ja-JP" altLang="en-US">
                <a:cs typeface="Arial" panose="020B0604020202020204" pitchFamily="34" charset="0"/>
              </a:rPr>
              <a:t>にサインインすると、どこからでも文書にアクセスできます。サインインすると、</a:t>
            </a:r>
            <a:r>
              <a:rPr lang="en-US" altLang="ja-JP">
                <a:cs typeface="Arial" panose="020B0604020202020204" pitchFamily="34" charset="0"/>
              </a:rPr>
              <a:t>Office </a:t>
            </a:r>
            <a:r>
              <a:rPr lang="ja-JP" altLang="en-US">
                <a:cs typeface="Arial" panose="020B0604020202020204" pitchFamily="34" charset="0"/>
              </a:rPr>
              <a:t>はユーザーやクラウドに接続されます。</a:t>
            </a:r>
          </a:p>
          <a:p>
            <a:pPr marL="285750" indent="-285750" rtl="0">
              <a:buFont typeface="Arial" panose="020B0604020202020204" pitchFamily="34" charset="0"/>
              <a:buChar char="•"/>
            </a:pPr>
            <a:r>
              <a:rPr lang="ja-JP" altLang="en-US">
                <a:cs typeface="Arial" panose="020B0604020202020204" pitchFamily="34" charset="0"/>
              </a:rPr>
              <a:t>プログラムを起動するたびに、ユーザーのデバイスで最近使用したドキュメントが表示されます。 </a:t>
            </a:r>
          </a:p>
          <a:p>
            <a:pPr marL="285750" indent="-285750" rtl="0">
              <a:buFont typeface="Arial" panose="020B0604020202020204" pitchFamily="34" charset="0"/>
              <a:buChar char="•"/>
            </a:pPr>
            <a:r>
              <a:rPr lang="ja-JP" altLang="en-US"/>
              <a:t>お気に入りのプレゼンテーションがある場合、</a:t>
            </a:r>
            <a:r>
              <a:rPr lang="en-US" altLang="ja-JP"/>
              <a:t>Office </a:t>
            </a:r>
            <a:r>
              <a:rPr lang="ja-JP" altLang="en-US"/>
              <a:t>プログラムを起動するときに表示される最初の画面に固定します。</a:t>
            </a:r>
            <a:r>
              <a:rPr lang="ja-JP" altLang="en-US">
                <a:cs typeface="Arial" panose="020B0604020202020204" pitchFamily="34" charset="0"/>
              </a:rPr>
              <a:t>他のコンピューターで </a:t>
            </a:r>
            <a:r>
              <a:rPr lang="en-US" altLang="ja-JP">
                <a:cs typeface="Arial" panose="020B0604020202020204" pitchFamily="34" charset="0"/>
              </a:rPr>
              <a:t>Office </a:t>
            </a:r>
            <a:r>
              <a:rPr lang="ja-JP" altLang="en-US">
                <a:cs typeface="Arial" panose="020B0604020202020204" pitchFamily="34" charset="0"/>
              </a:rPr>
              <a:t>にサインインする場合にもピン留めは維持されます。</a:t>
            </a:r>
          </a:p>
          <a:p>
            <a:pPr marL="285750" indent="-285750" rtl="0">
              <a:buFont typeface="Arial" panose="020B0604020202020204" pitchFamily="34" charset="0"/>
              <a:buChar char="•"/>
            </a:pPr>
            <a:r>
              <a:rPr lang="en-US" altLang="ja-JP">
                <a:cs typeface="Arial" panose="020B0604020202020204" pitchFamily="34" charset="0"/>
              </a:rPr>
              <a:t>PowerPoint </a:t>
            </a:r>
            <a:r>
              <a:rPr lang="ja-JP" altLang="en-US">
                <a:cs typeface="Arial" panose="020B0604020202020204" pitchFamily="34" charset="0"/>
              </a:rPr>
              <a:t>では、中断した場所が保持されます。</a:t>
            </a:r>
            <a:br>
              <a:rPr lang="ja-JP" altLang="en-US">
                <a:cs typeface="Arial" panose="020B0604020202020204" pitchFamily="34" charset="0"/>
              </a:rPr>
            </a:br>
            <a:r>
              <a:rPr lang="ja-JP" altLang="en-US">
                <a:cs typeface="Arial" panose="020B0604020202020204" pitchFamily="34" charset="0"/>
              </a:rPr>
              <a:t>プレゼンテーションを次に開いたとき、最後に読んで</a:t>
            </a:r>
            <a:br>
              <a:rPr lang="ja-JP" altLang="en-US">
                <a:cs typeface="Arial" panose="020B0604020202020204" pitchFamily="34" charset="0"/>
              </a:rPr>
            </a:br>
            <a:r>
              <a:rPr lang="ja-JP" altLang="en-US">
                <a:cs typeface="Arial" panose="020B0604020202020204" pitchFamily="34" charset="0"/>
              </a:rPr>
              <a:t>いた、または編集していた場所に直接移動します。</a:t>
            </a:r>
          </a:p>
        </p:txBody>
      </p:sp>
      <p:pic>
        <p:nvPicPr>
          <p:cNvPr id="8" name="画像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34365" y="2139696"/>
            <a:ext cx="1041399" cy="1037096"/>
          </a:xfrm>
          <a:prstGeom prst="rect">
            <a:avLst/>
          </a:prstGeom>
        </p:spPr>
      </p:pic>
      <p:pic>
        <p:nvPicPr>
          <p:cNvPr id="11" name="画像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16220" y="4011605"/>
            <a:ext cx="6604792" cy="1963419"/>
          </a:xfrm>
          <a:prstGeom prst="rect">
            <a:avLst/>
          </a:prstGeom>
        </p:spPr>
      </p:pic>
      <p:pic>
        <p:nvPicPr>
          <p:cNvPr id="13" name="画像 1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390731" y="5443361"/>
            <a:ext cx="1554320" cy="438747"/>
          </a:xfrm>
          <a:prstGeom prst="rect">
            <a:avLst/>
          </a:prstGeom>
        </p:spPr>
      </p:pic>
    </p:spTree>
    <p:extLst>
      <p:ext uri="{BB962C8B-B14F-4D97-AF65-F5344CB8AC3E}">
        <p14:creationId xmlns:p14="http://schemas.microsoft.com/office/powerpoint/2010/main" val="3155945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rtlCol="0"/>
          <a:lstStyle/>
          <a:p>
            <a:pPr rtl="0"/>
            <a:r>
              <a:rPr lang="en-US" altLang="ja-JP"/>
              <a:t>PowerPoint for Mac </a:t>
            </a:r>
            <a:r>
              <a:rPr lang="ja-JP" altLang="en-US"/>
              <a:t>についてさらに知りたい場合</a:t>
            </a:r>
          </a:p>
        </p:txBody>
      </p:sp>
      <p:sp>
        <p:nvSpPr>
          <p:cNvPr id="8" name="コンテンツ プレースホルダー 4"/>
          <p:cNvSpPr txBox="1">
            <a:spLocks/>
          </p:cNvSpPr>
          <p:nvPr/>
        </p:nvSpPr>
        <p:spPr>
          <a:xfrm>
            <a:off x="823998" y="3195103"/>
            <a:ext cx="9796189" cy="687966"/>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2400" kern="1200" baseline="0" smtClean="0">
                <a:solidFill>
                  <a:schemeClr val="tx1">
                    <a:lumMod val="65000"/>
                    <a:lumOff val="35000"/>
                  </a:schemeClr>
                </a:solidFill>
                <a:latin typeface="+mj-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rtl="0">
              <a:lnSpc>
                <a:spcPts val="3600"/>
              </a:lnSpc>
              <a:buFont typeface="Arial" panose="020B0604020202020204" pitchFamily="34" charset="0"/>
              <a:buNone/>
            </a:pPr>
            <a:r>
              <a:rPr lang="en-US" altLang="ja-JP" sz="2000">
                <a:latin typeface="Meiryo UI" panose="020B0604030504040204" pitchFamily="50" charset="-128"/>
                <a:ea typeface="Meiryo UI" panose="020B0604030504040204" pitchFamily="50" charset="-128"/>
                <a:cs typeface="Arial" panose="020B0604020202020204" pitchFamily="34" charset="0"/>
              </a:rPr>
              <a:t>PowerPoint for Mac </a:t>
            </a:r>
            <a:r>
              <a:rPr lang="ja-JP" altLang="en-US" sz="2000">
                <a:latin typeface="Meiryo UI" panose="020B0604030504040204" pitchFamily="50" charset="-128"/>
                <a:ea typeface="Meiryo UI" panose="020B0604030504040204" pitchFamily="50" charset="-128"/>
                <a:cs typeface="Arial" panose="020B0604020202020204" pitchFamily="34" charset="0"/>
              </a:rPr>
              <a:t>ヘルプ センターで詳細情報を確認します。</a:t>
            </a:r>
          </a:p>
        </p:txBody>
      </p:sp>
      <p:pic>
        <p:nvPicPr>
          <p:cNvPr id="10" name="画像 9" descr="PowerPoint for Mac ヘルプ センターへのハイパーリンクが設定された右向き矢印。画像を選択すると、PowerPoint for Mac ヘルプ センターで詳細情報を確認できます。">
            <a:hlinkClick r:id="rId3" tooltip="ここを選択すると、PowerPoint for Mac ヘルプ センターで詳細情報を確認できます。"/>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661217" y="3154680"/>
            <a:ext cx="661940" cy="661940"/>
          </a:xfrm>
          <a:prstGeom prst="rect">
            <a:avLst/>
          </a:prstGeom>
        </p:spPr>
      </p:pic>
      <p:sp>
        <p:nvSpPr>
          <p:cNvPr id="7" name="コンテンツ プレースホルダー 5"/>
          <p:cNvSpPr txBox="1">
            <a:spLocks/>
          </p:cNvSpPr>
          <p:nvPr/>
        </p:nvSpPr>
        <p:spPr>
          <a:xfrm>
            <a:off x="823998" y="2669297"/>
            <a:ext cx="4682996" cy="49416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2400" kern="1200" baseline="0" smtClean="0">
                <a:solidFill>
                  <a:schemeClr val="tx1">
                    <a:lumMod val="65000"/>
                    <a:lumOff val="35000"/>
                  </a:schemeClr>
                </a:solidFill>
                <a:latin typeface="+mj-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rtl="0">
              <a:lnSpc>
                <a:spcPct val="150000"/>
              </a:lnSpc>
              <a:buFont typeface="Arial" panose="020B0604020202020204" pitchFamily="34" charset="0"/>
              <a:buNone/>
            </a:pPr>
            <a:r>
              <a:rPr lang="ja-JP" altLang="en-US" sz="1200">
                <a:latin typeface="Meiryo UI" panose="020B0604030504040204" pitchFamily="50" charset="-128"/>
                <a:ea typeface="Meiryo UI" panose="020B0604030504040204" pitchFamily="50" charset="-128"/>
                <a:cs typeface="Arial" panose="020B0604020202020204" pitchFamily="34" charset="0"/>
              </a:rPr>
              <a:t>スライド ショー モードで矢印を選んでください。</a:t>
            </a:r>
          </a:p>
        </p:txBody>
      </p:sp>
    </p:spTree>
    <p:extLst>
      <p:ext uri="{BB962C8B-B14F-4D97-AF65-F5344CB8AC3E}">
        <p14:creationId xmlns:p14="http://schemas.microsoft.com/office/powerpoint/2010/main" val="334676236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theme/theme1.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17622699_TF16391504" id="{8CA2D568-7084-4DCE-999A-0102BFEDABBB}" vid="{7E8EA2DE-8293-4A16-B78D-56DF335D7866}"/>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WelcomeDoc</Template>
  <TotalTime>34</TotalTime>
  <Words>685</Words>
  <Application>Microsoft Macintosh PowerPoint</Application>
  <PresentationFormat>ワイド画面</PresentationFormat>
  <Paragraphs>70</Paragraphs>
  <Slides>7</Slides>
  <Notes>7</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7</vt:i4>
      </vt:variant>
    </vt:vector>
  </HeadingPairs>
  <TitlesOfParts>
    <vt:vector size="10" baseType="lpstr">
      <vt:lpstr>Meiryo UI</vt:lpstr>
      <vt:lpstr>Arial</vt:lpstr>
      <vt:lpstr>WelcomeDoc</vt:lpstr>
      <vt:lpstr>FreeBooks</vt:lpstr>
      <vt:lpstr>目次</vt:lpstr>
      <vt:lpstr>コメントにフィードバックを送る</vt:lpstr>
      <vt:lpstr>共同作業対応の設計</vt:lpstr>
      <vt:lpstr>選択ウィンドウで整理する</vt:lpstr>
      <vt:lpstr>中断した場所をピックアップする</vt:lpstr>
      <vt:lpstr>PowerPoint for Mac についてさらに知りたい場合</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FreeBooks</dc:title>
  <dc:subject/>
  <dc:creator>fujii hiroki</dc:creator>
  <cp:keywords/>
  <dc:description/>
  <cp:lastModifiedBy>fujii hiroki</cp:lastModifiedBy>
  <cp:revision>4</cp:revision>
  <dcterms:created xsi:type="dcterms:W3CDTF">2021-02-07T14:02:18Z</dcterms:created>
  <dcterms:modified xsi:type="dcterms:W3CDTF">2021-02-07T14:36:47Z</dcterms:modified>
  <cp:category/>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v-rimour@microsoft.com</vt:lpwstr>
  </property>
  <property fmtid="{D5CDD505-2E9C-101B-9397-08002B2CF9AE}" pid="5" name="MSIP_Label_f42aa342-8706-4288-bd11-ebb85995028c_SetDate">
    <vt:lpwstr>2018-02-19T06:21:30.1318915Z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ies>
</file>